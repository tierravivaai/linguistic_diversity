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78" r:id="rId3"/>
    <p:sldId id="280" r:id="rId4"/>
    <p:sldId id="279" r:id="rId5"/>
    <p:sldId id="288" r:id="rId6"/>
    <p:sldId id="259" r:id="rId7"/>
    <p:sldId id="258" r:id="rId8"/>
    <p:sldId id="260" r:id="rId9"/>
    <p:sldId id="261" r:id="rId10"/>
    <p:sldId id="262" r:id="rId11"/>
    <p:sldId id="263" r:id="rId12"/>
    <p:sldId id="264" r:id="rId13"/>
    <p:sldId id="265" r:id="rId14"/>
    <p:sldId id="266" r:id="rId15"/>
    <p:sldId id="267" r:id="rId16"/>
    <p:sldId id="268" r:id="rId17"/>
    <p:sldId id="277" r:id="rId18"/>
    <p:sldId id="269" r:id="rId19"/>
    <p:sldId id="286" r:id="rId20"/>
    <p:sldId id="270" r:id="rId21"/>
    <p:sldId id="285" r:id="rId22"/>
    <p:sldId id="287" r:id="rId23"/>
    <p:sldId id="289" r:id="rId24"/>
    <p:sldId id="271" r:id="rId25"/>
    <p:sldId id="276" r:id="rId26"/>
    <p:sldId id="274" r:id="rId27"/>
    <p:sldId id="257" r:id="rId28"/>
    <p:sldId id="282" r:id="rId29"/>
    <p:sldId id="281" r:id="rId30"/>
  </p:sldIdLst>
  <p:sldSz cx="13004800" cy="9753600"/>
  <p:notesSz cx="6858000" cy="9144000"/>
  <p:embeddedFontLst>
    <p:embeddedFont>
      <p:font typeface="Century Gothic" panose="020B0502020202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hgz7hy4yz+6FWRZAQiK2DwYzKC6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95"/>
    <p:restoredTop sz="94679"/>
  </p:normalViewPr>
  <p:slideViewPr>
    <p:cSldViewPr snapToGrid="0">
      <p:cViewPr>
        <p:scale>
          <a:sx n="59" d="100"/>
          <a:sy n="59" d="100"/>
        </p:scale>
        <p:origin x="1800" y="4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GB"/>
          </a:p>
        </p:txBody>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0"/>
              </a:spcBef>
              <a:spcAft>
                <a:spcPts val="0"/>
              </a:spcAft>
              <a:buSzPts val="1400"/>
              <a:buNone/>
              <a:defRPr sz="2400" b="0" i="0" u="none" strike="noStrike" cap="none">
                <a:latin typeface="Gill Sans"/>
                <a:ea typeface="Gill Sans"/>
                <a:cs typeface="Gill Sans"/>
                <a:sym typeface="Gill Sans"/>
              </a:defRPr>
            </a:lvl1pPr>
            <a:lvl2pPr marL="914400" marR="0" lvl="1" indent="-228600" algn="l" rtl="0">
              <a:lnSpc>
                <a:spcPct val="125000"/>
              </a:lnSpc>
              <a:spcBef>
                <a:spcPts val="0"/>
              </a:spcBef>
              <a:spcAft>
                <a:spcPts val="0"/>
              </a:spcAft>
              <a:buSzPts val="1400"/>
              <a:buNone/>
              <a:defRPr sz="2400" b="0" i="0" u="none" strike="noStrike" cap="none">
                <a:latin typeface="Gill Sans"/>
                <a:ea typeface="Gill Sans"/>
                <a:cs typeface="Gill Sans"/>
                <a:sym typeface="Gill Sans"/>
              </a:defRPr>
            </a:lvl2pPr>
            <a:lvl3pPr marL="1371600" marR="0" lvl="2" indent="-228600" algn="l" rtl="0">
              <a:lnSpc>
                <a:spcPct val="125000"/>
              </a:lnSpc>
              <a:spcBef>
                <a:spcPts val="0"/>
              </a:spcBef>
              <a:spcAft>
                <a:spcPts val="0"/>
              </a:spcAft>
              <a:buSzPts val="1400"/>
              <a:buNone/>
              <a:defRPr sz="2400" b="0" i="0" u="none" strike="noStrike" cap="none">
                <a:latin typeface="Gill Sans"/>
                <a:ea typeface="Gill Sans"/>
                <a:cs typeface="Gill Sans"/>
                <a:sym typeface="Gill Sans"/>
              </a:defRPr>
            </a:lvl3pPr>
            <a:lvl4pPr marL="1828800" marR="0" lvl="3" indent="-228600" algn="l" rtl="0">
              <a:lnSpc>
                <a:spcPct val="125000"/>
              </a:lnSpc>
              <a:spcBef>
                <a:spcPts val="0"/>
              </a:spcBef>
              <a:spcAft>
                <a:spcPts val="0"/>
              </a:spcAft>
              <a:buSzPts val="1400"/>
              <a:buNone/>
              <a:defRPr sz="2400" b="0" i="0" u="none" strike="noStrike" cap="none">
                <a:latin typeface="Gill Sans"/>
                <a:ea typeface="Gill Sans"/>
                <a:cs typeface="Gill Sans"/>
                <a:sym typeface="Gill Sans"/>
              </a:defRPr>
            </a:lvl4pPr>
            <a:lvl5pPr marL="2286000" marR="0" lvl="4" indent="-228600" algn="l" rtl="0">
              <a:lnSpc>
                <a:spcPct val="125000"/>
              </a:lnSpc>
              <a:spcBef>
                <a:spcPts val="0"/>
              </a:spcBef>
              <a:spcAft>
                <a:spcPts val="0"/>
              </a:spcAft>
              <a:buSzPts val="1400"/>
              <a:buNone/>
              <a:defRPr sz="2400" b="0" i="0" u="none" strike="noStrike" cap="none">
                <a:latin typeface="Gill Sans"/>
                <a:ea typeface="Gill Sans"/>
                <a:cs typeface="Gill Sans"/>
                <a:sym typeface="Gill Sans"/>
              </a:defRPr>
            </a:lvl5pPr>
            <a:lvl6pPr marL="2743200" marR="0" lvl="5" indent="-228600" algn="l" rtl="0">
              <a:lnSpc>
                <a:spcPct val="125000"/>
              </a:lnSpc>
              <a:spcBef>
                <a:spcPts val="0"/>
              </a:spcBef>
              <a:spcAft>
                <a:spcPts val="0"/>
              </a:spcAft>
              <a:buSzPts val="1400"/>
              <a:buNone/>
              <a:defRPr sz="2400" b="0" i="0" u="none" strike="noStrike" cap="none">
                <a:latin typeface="Gill Sans"/>
                <a:ea typeface="Gill Sans"/>
                <a:cs typeface="Gill Sans"/>
                <a:sym typeface="Gill Sans"/>
              </a:defRPr>
            </a:lvl6pPr>
            <a:lvl7pPr marL="3200400" marR="0" lvl="6" indent="-228600" algn="l" rtl="0">
              <a:lnSpc>
                <a:spcPct val="125000"/>
              </a:lnSpc>
              <a:spcBef>
                <a:spcPts val="0"/>
              </a:spcBef>
              <a:spcAft>
                <a:spcPts val="0"/>
              </a:spcAft>
              <a:buSzPts val="1400"/>
              <a:buNone/>
              <a:defRPr sz="2400" b="0" i="0" u="none" strike="noStrike" cap="none">
                <a:latin typeface="Gill Sans"/>
                <a:ea typeface="Gill Sans"/>
                <a:cs typeface="Gill Sans"/>
                <a:sym typeface="Gill Sans"/>
              </a:defRPr>
            </a:lvl7pPr>
            <a:lvl8pPr marL="3657600" marR="0" lvl="7" indent="-228600" algn="l" rtl="0">
              <a:lnSpc>
                <a:spcPct val="125000"/>
              </a:lnSpc>
              <a:spcBef>
                <a:spcPts val="0"/>
              </a:spcBef>
              <a:spcAft>
                <a:spcPts val="0"/>
              </a:spcAft>
              <a:buSzPts val="1400"/>
              <a:buNone/>
              <a:defRPr sz="2400" b="0" i="0" u="none" strike="noStrike" cap="none">
                <a:latin typeface="Gill Sans"/>
                <a:ea typeface="Gill Sans"/>
                <a:cs typeface="Gill Sans"/>
                <a:sym typeface="Gill Sans"/>
              </a:defRPr>
            </a:lvl8pPr>
            <a:lvl9pPr marL="4114800" marR="0" lvl="8" indent="-228600" algn="l" rtl="0">
              <a:lnSpc>
                <a:spcPct val="125000"/>
              </a:lnSpc>
              <a:spcBef>
                <a:spcPts val="0"/>
              </a:spcBef>
              <a:spcAft>
                <a:spcPts val="0"/>
              </a:spcAft>
              <a:buSzPts val="1400"/>
              <a:buNone/>
              <a:defRPr sz="2400" b="0" i="0" u="none" strike="noStrike" cap="none">
                <a:latin typeface="Gill Sans"/>
                <a:ea typeface="Gill Sans"/>
                <a:cs typeface="Gill Sans"/>
                <a:sym typeface="Gill Sans"/>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92" name="Google Shape;5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a:extLst>
            <a:ext uri="{FF2B5EF4-FFF2-40B4-BE49-F238E27FC236}">
              <a16:creationId xmlns:a16="http://schemas.microsoft.com/office/drawing/2014/main" id="{8FCF7F0E-3858-55ED-D433-C343D8B15B7A}"/>
            </a:ext>
          </a:extLst>
        </p:cNvPr>
        <p:cNvGrpSpPr/>
        <p:nvPr/>
      </p:nvGrpSpPr>
      <p:grpSpPr>
        <a:xfrm>
          <a:off x="0" y="0"/>
          <a:ext cx="0" cy="0"/>
          <a:chOff x="0" y="0"/>
          <a:chExt cx="0" cy="0"/>
        </a:xfrm>
      </p:grpSpPr>
      <p:sp>
        <p:nvSpPr>
          <p:cNvPr id="598" name="Google Shape;598;p2:notes">
            <a:extLst>
              <a:ext uri="{FF2B5EF4-FFF2-40B4-BE49-F238E27FC236}">
                <a16:creationId xmlns:a16="http://schemas.microsoft.com/office/drawing/2014/main" id="{51014B51-7045-8047-4F4E-8C1F73A7F61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99" name="Google Shape;599;p2:notes">
            <a:extLst>
              <a:ext uri="{FF2B5EF4-FFF2-40B4-BE49-F238E27FC236}">
                <a16:creationId xmlns:a16="http://schemas.microsoft.com/office/drawing/2014/main" id="{31F30369-0391-737E-8050-3C42F82458E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extLst>
      <p:ext uri="{BB962C8B-B14F-4D97-AF65-F5344CB8AC3E}">
        <p14:creationId xmlns:p14="http://schemas.microsoft.com/office/powerpoint/2010/main" val="2103602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888448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1" name="Google Shape;611;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5" name="Google Shape;60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9" name="Google Shape;61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5" name="Google Shape;62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0" name="Google Shape;63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5" name="Google Shape;635;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0" name="Google Shape;64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6" name="Google Shape;64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2" name="Google Shape;65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8" name="Google Shape;65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4" name="Google Shape;66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2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1" name="Google Shape;72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4" name="Google Shape;67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GB"/>
          </a:p>
        </p:txBody>
      </p:sp>
      <p:sp>
        <p:nvSpPr>
          <p:cNvPr id="681" name="Google Shape;681;p1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492530" lvl="0" indent="-492530" algn="l" rtl="0">
              <a:lnSpc>
                <a:spcPct val="117999"/>
              </a:lnSpc>
              <a:spcBef>
                <a:spcPts val="0"/>
              </a:spcBef>
              <a:spcAft>
                <a:spcPts val="0"/>
              </a:spcAft>
              <a:buClr>
                <a:srgbClr val="47977C"/>
              </a:buClr>
              <a:buSzPts val="2200"/>
              <a:buFont typeface="Helvetica Neue"/>
              <a:buChar char="-"/>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2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5" name="Google Shape;715;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3" name="Google Shape;70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Photo - Landscape" type="tx">
  <p:cSld name="TITLE_AND_BODY">
    <p:spTree>
      <p:nvGrpSpPr>
        <p:cNvPr id="1" name="Shape 13"/>
        <p:cNvGrpSpPr/>
        <p:nvPr/>
      </p:nvGrpSpPr>
      <p:grpSpPr>
        <a:xfrm>
          <a:off x="0" y="0"/>
          <a:ext cx="0" cy="0"/>
          <a:chOff x="0" y="0"/>
          <a:chExt cx="0" cy="0"/>
        </a:xfrm>
      </p:grpSpPr>
      <p:sp>
        <p:nvSpPr>
          <p:cNvPr id="14" name="Google Shape;14;p29"/>
          <p:cNvSpPr>
            <a:spLocks noGrp="1"/>
          </p:cNvSpPr>
          <p:nvPr>
            <p:ph type="pic" idx="2"/>
          </p:nvPr>
        </p:nvSpPr>
        <p:spPr>
          <a:xfrm>
            <a:off x="650080" y="316308"/>
            <a:ext cx="11704640" cy="6583861"/>
          </a:xfrm>
          <a:prstGeom prst="rect">
            <a:avLst/>
          </a:prstGeom>
          <a:noFill/>
          <a:ln>
            <a:noFill/>
          </a:ln>
        </p:spPr>
        <p:txBody>
          <a:bodyPr/>
          <a:lstStyle/>
          <a:p>
            <a:endParaRPr lang="en-GB"/>
          </a:p>
        </p:txBody>
      </p:sp>
      <p:sp>
        <p:nvSpPr>
          <p:cNvPr id="15" name="Google Shape;15;p29"/>
          <p:cNvSpPr/>
          <p:nvPr/>
        </p:nvSpPr>
        <p:spPr>
          <a:xfrm>
            <a:off x="10013012" y="6808985"/>
            <a:ext cx="2341708"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6" name="Google Shape;16;p29"/>
          <p:cNvSpPr/>
          <p:nvPr/>
        </p:nvSpPr>
        <p:spPr>
          <a:xfrm>
            <a:off x="650080" y="6808985"/>
            <a:ext cx="9119153"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7" name="Google Shape;17;p29"/>
          <p:cNvSpPr txBox="1">
            <a:spLocks noGrp="1"/>
          </p:cNvSpPr>
          <p:nvPr>
            <p:ph type="title"/>
          </p:nvPr>
        </p:nvSpPr>
        <p:spPr>
          <a:xfrm>
            <a:off x="1034691" y="7125508"/>
            <a:ext cx="8349931" cy="876867"/>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8" name="Google Shape;18;p29"/>
          <p:cNvSpPr txBox="1">
            <a:spLocks noGrp="1"/>
          </p:cNvSpPr>
          <p:nvPr>
            <p:ph type="body" idx="1"/>
          </p:nvPr>
        </p:nvSpPr>
        <p:spPr>
          <a:xfrm>
            <a:off x="1034691" y="8002374"/>
            <a:ext cx="7343512" cy="774914"/>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228600" algn="l">
              <a:lnSpc>
                <a:spcPct val="100000"/>
              </a:lnSpc>
              <a:spcBef>
                <a:spcPts val="1800"/>
              </a:spcBef>
              <a:spcAft>
                <a:spcPts val="0"/>
              </a:spcAft>
              <a:buClr>
                <a:srgbClr val="FFFFFF"/>
              </a:buClr>
              <a:buSzPts val="2200"/>
              <a:buFont typeface="Gill Sans"/>
              <a:buNone/>
              <a:defRPr sz="2200">
                <a:solidFill>
                  <a:srgbClr val="FFFFFF"/>
                </a:solidFill>
              </a:defRPr>
            </a:lvl2pPr>
            <a:lvl3pPr marL="1371600" lvl="2" indent="-228600" algn="l">
              <a:lnSpc>
                <a:spcPct val="100000"/>
              </a:lnSpc>
              <a:spcBef>
                <a:spcPts val="1800"/>
              </a:spcBef>
              <a:spcAft>
                <a:spcPts val="0"/>
              </a:spcAft>
              <a:buClr>
                <a:srgbClr val="FFFFFF"/>
              </a:buClr>
              <a:buSzPts val="2200"/>
              <a:buFont typeface="Gill Sans"/>
              <a:buNone/>
              <a:defRPr sz="2200">
                <a:solidFill>
                  <a:srgbClr val="FFFFFF"/>
                </a:solidFill>
              </a:defRPr>
            </a:lvl3pPr>
            <a:lvl4pPr marL="1828800" lvl="3" indent="-228600" algn="l">
              <a:lnSpc>
                <a:spcPct val="100000"/>
              </a:lnSpc>
              <a:spcBef>
                <a:spcPts val="1800"/>
              </a:spcBef>
              <a:spcAft>
                <a:spcPts val="0"/>
              </a:spcAft>
              <a:buClr>
                <a:srgbClr val="FFFFFF"/>
              </a:buClr>
              <a:buSzPts val="2200"/>
              <a:buFont typeface="Gill Sans"/>
              <a:buNone/>
              <a:defRPr sz="2200">
                <a:solidFill>
                  <a:srgbClr val="FFFFFF"/>
                </a:solidFill>
              </a:defRPr>
            </a:lvl4pPr>
            <a:lvl5pPr marL="2286000" lvl="4" indent="-228600" algn="l">
              <a:lnSpc>
                <a:spcPct val="100000"/>
              </a:lnSpc>
              <a:spcBef>
                <a:spcPts val="1800"/>
              </a:spcBef>
              <a:spcAft>
                <a:spcPts val="0"/>
              </a:spcAft>
              <a:buClr>
                <a:srgbClr val="FFFFFF"/>
              </a:buClr>
              <a:buSzPts val="2200"/>
              <a:buFont typeface="Gill Sans"/>
              <a:buNone/>
              <a:defRPr sz="22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9" name="Google Shape;19;p29"/>
          <p:cNvSpPr txBox="1">
            <a:spLocks noGrp="1"/>
          </p:cNvSpPr>
          <p:nvPr>
            <p:ph type="sldNum" idx="12"/>
          </p:nvPr>
        </p:nvSpPr>
        <p:spPr>
          <a:xfrm>
            <a:off x="11027988" y="8199821"/>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mp; Bullets">
  <p:cSld name="Title &amp; Bullets">
    <p:spTree>
      <p:nvGrpSpPr>
        <p:cNvPr id="1" name="Shape 20"/>
        <p:cNvGrpSpPr/>
        <p:nvPr/>
      </p:nvGrpSpPr>
      <p:grpSpPr>
        <a:xfrm>
          <a:off x="0" y="0"/>
          <a:ext cx="0" cy="0"/>
          <a:chOff x="0" y="0"/>
          <a:chExt cx="0" cy="0"/>
        </a:xfrm>
      </p:grpSpPr>
      <p:sp>
        <p:nvSpPr>
          <p:cNvPr id="21" name="Google Shape;21;p30"/>
          <p:cNvSpPr/>
          <p:nvPr/>
        </p:nvSpPr>
        <p:spPr>
          <a:xfrm>
            <a:off x="656430" y="3194744"/>
            <a:ext cx="11691940" cy="5901235"/>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22" name="Google Shape;22;p30"/>
          <p:cNvSpPr/>
          <p:nvPr/>
        </p:nvSpPr>
        <p:spPr>
          <a:xfrm>
            <a:off x="10013012" y="651271"/>
            <a:ext cx="2341708"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3" name="Google Shape;23;p30"/>
          <p:cNvSpPr/>
          <p:nvPr/>
        </p:nvSpPr>
        <p:spPr>
          <a:xfrm>
            <a:off x="650080" y="651271"/>
            <a:ext cx="9119153"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4" name="Google Shape;24;p30"/>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5" name="Google Shape;25;p30"/>
          <p:cNvSpPr txBox="1">
            <a:spLocks noGrp="1"/>
          </p:cNvSpPr>
          <p:nvPr>
            <p:ph type="body" idx="1"/>
          </p:nvPr>
        </p:nvSpPr>
        <p:spPr>
          <a:xfrm>
            <a:off x="1034691" y="3513435"/>
            <a:ext cx="8349931" cy="5263853"/>
          </a:xfrm>
          <a:prstGeom prst="rect">
            <a:avLst/>
          </a:prstGeom>
          <a:noFill/>
          <a:ln>
            <a:noFill/>
          </a:ln>
        </p:spPr>
        <p:txBody>
          <a:bodyPr spcFirstLastPara="1" wrap="square" lIns="27075" tIns="27075" rIns="27075" bIns="27075" anchor="ctr" anchorCtr="0">
            <a:normAutofit/>
          </a:bodyPr>
          <a:lstStyle>
            <a:lvl1pPr marL="457200" lvl="0" indent="-406400" algn="l">
              <a:lnSpc>
                <a:spcPct val="100000"/>
              </a:lnSpc>
              <a:spcBef>
                <a:spcPts val="1900"/>
              </a:spcBef>
              <a:spcAft>
                <a:spcPts val="0"/>
              </a:spcAft>
              <a:buClr>
                <a:srgbClr val="47977C"/>
              </a:buClr>
              <a:buSzPts val="2800"/>
              <a:buFont typeface="Gill Sans"/>
              <a:buChar char="•"/>
              <a:defRPr sz="2800"/>
            </a:lvl1pPr>
            <a:lvl2pPr marL="914400" lvl="1" indent="-406400" algn="l">
              <a:lnSpc>
                <a:spcPct val="100000"/>
              </a:lnSpc>
              <a:spcBef>
                <a:spcPts val="1900"/>
              </a:spcBef>
              <a:spcAft>
                <a:spcPts val="0"/>
              </a:spcAft>
              <a:buClr>
                <a:srgbClr val="47977C"/>
              </a:buClr>
              <a:buSzPts val="2800"/>
              <a:buFont typeface="Gill Sans"/>
              <a:buChar char="•"/>
              <a:defRPr sz="2800"/>
            </a:lvl2pPr>
            <a:lvl3pPr marL="1371600" lvl="2" indent="-406400" algn="l">
              <a:lnSpc>
                <a:spcPct val="100000"/>
              </a:lnSpc>
              <a:spcBef>
                <a:spcPts val="1900"/>
              </a:spcBef>
              <a:spcAft>
                <a:spcPts val="0"/>
              </a:spcAft>
              <a:buClr>
                <a:srgbClr val="47977C"/>
              </a:buClr>
              <a:buSzPts val="2800"/>
              <a:buFont typeface="Gill Sans"/>
              <a:buChar char="•"/>
              <a:defRPr sz="2800"/>
            </a:lvl3pPr>
            <a:lvl4pPr marL="1828800" lvl="3" indent="-406400" algn="l">
              <a:lnSpc>
                <a:spcPct val="100000"/>
              </a:lnSpc>
              <a:spcBef>
                <a:spcPts val="1900"/>
              </a:spcBef>
              <a:spcAft>
                <a:spcPts val="0"/>
              </a:spcAft>
              <a:buClr>
                <a:srgbClr val="47977C"/>
              </a:buClr>
              <a:buSzPts val="2800"/>
              <a:buFont typeface="Gill Sans"/>
              <a:buChar char="•"/>
              <a:defRPr sz="2800"/>
            </a:lvl4pPr>
            <a:lvl5pPr marL="2286000" lvl="4" indent="-406400" algn="l">
              <a:lnSpc>
                <a:spcPct val="100000"/>
              </a:lnSpc>
              <a:spcBef>
                <a:spcPts val="1900"/>
              </a:spcBef>
              <a:spcAft>
                <a:spcPts val="0"/>
              </a:spcAft>
              <a:buClr>
                <a:srgbClr val="47977C"/>
              </a:buClr>
              <a:buSzPts val="2800"/>
              <a:buFont typeface="Gill Sans"/>
              <a:buChar char="•"/>
              <a:defRPr sz="2800"/>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6" name="Google Shape;26;p30"/>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Photo Only">
  <p:cSld name="Photo Only">
    <p:spTree>
      <p:nvGrpSpPr>
        <p:cNvPr id="1" name="Shape 27"/>
        <p:cNvGrpSpPr/>
        <p:nvPr/>
      </p:nvGrpSpPr>
      <p:grpSpPr>
        <a:xfrm>
          <a:off x="0" y="0"/>
          <a:ext cx="0" cy="0"/>
          <a:chOff x="0" y="0"/>
          <a:chExt cx="0" cy="0"/>
        </a:xfrm>
      </p:grpSpPr>
      <p:sp>
        <p:nvSpPr>
          <p:cNvPr id="28" name="Google Shape;28;p31"/>
          <p:cNvSpPr>
            <a:spLocks noGrp="1"/>
          </p:cNvSpPr>
          <p:nvPr>
            <p:ph type="pic" idx="2"/>
          </p:nvPr>
        </p:nvSpPr>
        <p:spPr>
          <a:xfrm>
            <a:off x="-1394261" y="651271"/>
            <a:ext cx="15024101" cy="8451058"/>
          </a:xfrm>
          <a:prstGeom prst="rect">
            <a:avLst/>
          </a:prstGeom>
          <a:noFill/>
          <a:ln>
            <a:noFill/>
          </a:ln>
        </p:spPr>
        <p:txBody>
          <a:bodyPr/>
          <a:lstStyle/>
          <a:p>
            <a:endParaRPr lang="en-GB"/>
          </a:p>
        </p:txBody>
      </p:sp>
      <p:sp>
        <p:nvSpPr>
          <p:cNvPr id="29" name="Google Shape;29;p31"/>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0" name="Google Shape;30;p31"/>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1" name="Google Shape;31;p31"/>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Card" type="title">
  <p:cSld name="TITLE">
    <p:spTree>
      <p:nvGrpSpPr>
        <p:cNvPr id="1" name="Shape 32"/>
        <p:cNvGrpSpPr/>
        <p:nvPr/>
      </p:nvGrpSpPr>
      <p:grpSpPr>
        <a:xfrm>
          <a:off x="0" y="0"/>
          <a:ext cx="0" cy="0"/>
          <a:chOff x="0" y="0"/>
          <a:chExt cx="0" cy="0"/>
        </a:xfrm>
      </p:grpSpPr>
      <p:sp>
        <p:nvSpPr>
          <p:cNvPr id="33" name="Google Shape;33;p32"/>
          <p:cNvSpPr/>
          <p:nvPr/>
        </p:nvSpPr>
        <p:spPr>
          <a:xfrm>
            <a:off x="650081" y="651271"/>
            <a:ext cx="7728123"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4" name="Google Shape;34;p32"/>
          <p:cNvSpPr/>
          <p:nvPr/>
        </p:nvSpPr>
        <p:spPr>
          <a:xfrm>
            <a:off x="8603112" y="651271"/>
            <a:ext cx="3751608" cy="8451058"/>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5" name="Google Shape;35;p32"/>
          <p:cNvSpPr txBox="1">
            <a:spLocks noGrp="1"/>
          </p:cNvSpPr>
          <p:nvPr>
            <p:ph type="body" idx="1"/>
          </p:nvPr>
        </p:nvSpPr>
        <p:spPr>
          <a:xfrm>
            <a:off x="1419301" y="1373584"/>
            <a:ext cx="4899748" cy="325041"/>
          </a:xfrm>
          <a:prstGeom prst="rect">
            <a:avLst/>
          </a:prstGeom>
          <a:noFill/>
          <a:ln>
            <a:noFill/>
          </a:ln>
        </p:spPr>
        <p:txBody>
          <a:bodyPr spcFirstLastPara="1" wrap="square" lIns="36100" tIns="36100" rIns="36100" bIns="36100" anchor="ctr" anchorCtr="0">
            <a:normAutofit/>
          </a:bodyPr>
          <a:lstStyle>
            <a:lvl1pPr marL="457200" lvl="0" indent="-228600" algn="l">
              <a:lnSpc>
                <a:spcPct val="100000"/>
              </a:lnSpc>
              <a:spcBef>
                <a:spcPts val="200"/>
              </a:spcBef>
              <a:spcAft>
                <a:spcPts val="0"/>
              </a:spcAft>
              <a:buClr>
                <a:srgbClr val="9FDABF"/>
              </a:buClr>
              <a:buSzPts val="1200"/>
              <a:buFont typeface="Gill Sans"/>
              <a:buNone/>
              <a:defRPr sz="1200" cap="none">
                <a:solidFill>
                  <a:srgbClr val="9FDABF"/>
                </a:solidFill>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6" name="Google Shape;36;p32"/>
          <p:cNvSpPr txBox="1">
            <a:spLocks noGrp="1"/>
          </p:cNvSpPr>
          <p:nvPr>
            <p:ph type="body" idx="2"/>
          </p:nvPr>
        </p:nvSpPr>
        <p:spPr>
          <a:xfrm>
            <a:off x="1419301" y="7413922"/>
            <a:ext cx="4899748" cy="966094"/>
          </a:xfrm>
          <a:prstGeom prst="rect">
            <a:avLst/>
          </a:prstGeom>
          <a:noFill/>
          <a:ln>
            <a:noFill/>
          </a:ln>
        </p:spPr>
        <p:txBody>
          <a:bodyPr spcFirstLastPara="1" wrap="square" lIns="36100" tIns="36100" rIns="36100" bIns="36100" anchor="b"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7" name="Google Shape;37;p32"/>
          <p:cNvSpPr txBox="1">
            <a:spLocks noGrp="1"/>
          </p:cNvSpPr>
          <p:nvPr>
            <p:ph type="title"/>
          </p:nvPr>
        </p:nvSpPr>
        <p:spPr>
          <a:xfrm>
            <a:off x="1419301" y="2583457"/>
            <a:ext cx="6189682" cy="4586686"/>
          </a:xfrm>
          <a:prstGeom prst="rect">
            <a:avLst/>
          </a:prstGeom>
          <a:noFill/>
          <a:ln>
            <a:noFill/>
          </a:ln>
        </p:spPr>
        <p:txBody>
          <a:bodyPr spcFirstLastPara="1" wrap="square" lIns="27075" tIns="27075" rIns="27075" bIns="27075" anchor="ctr" anchorCtr="0">
            <a:normAutofit/>
          </a:bodyPr>
          <a:lstStyle>
            <a:lvl1pPr lvl="0" algn="l">
              <a:lnSpc>
                <a:spcPct val="90000"/>
              </a:lnSpc>
              <a:spcBef>
                <a:spcPts val="0"/>
              </a:spcBef>
              <a:spcAft>
                <a:spcPts val="0"/>
              </a:spcAft>
              <a:buClr>
                <a:srgbClr val="FFFFFF"/>
              </a:buClr>
              <a:buSzPts val="9600"/>
              <a:buFont typeface="Gill Sans"/>
              <a:buNone/>
              <a:defRPr sz="96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38" name="Google Shape;38;p32"/>
          <p:cNvSpPr txBox="1">
            <a:spLocks noGrp="1"/>
          </p:cNvSpPr>
          <p:nvPr>
            <p:ph type="sldNum" idx="12"/>
          </p:nvPr>
        </p:nvSpPr>
        <p:spPr>
          <a:xfrm>
            <a:off x="11027988" y="8199821"/>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Photo Title Card">
  <p:cSld name="Photo Title Card">
    <p:spTree>
      <p:nvGrpSpPr>
        <p:cNvPr id="1" name="Shape 39"/>
        <p:cNvGrpSpPr/>
        <p:nvPr/>
      </p:nvGrpSpPr>
      <p:grpSpPr>
        <a:xfrm>
          <a:off x="0" y="0"/>
          <a:ext cx="0" cy="0"/>
          <a:chOff x="0" y="0"/>
          <a:chExt cx="0" cy="0"/>
        </a:xfrm>
      </p:grpSpPr>
      <p:sp>
        <p:nvSpPr>
          <p:cNvPr id="40" name="Google Shape;40;p33"/>
          <p:cNvSpPr/>
          <p:nvPr/>
        </p:nvSpPr>
        <p:spPr>
          <a:xfrm>
            <a:off x="650081" y="651271"/>
            <a:ext cx="7728123"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1" name="Google Shape;41;p33"/>
          <p:cNvSpPr>
            <a:spLocks noGrp="1"/>
          </p:cNvSpPr>
          <p:nvPr>
            <p:ph type="pic" idx="2"/>
          </p:nvPr>
        </p:nvSpPr>
        <p:spPr>
          <a:xfrm>
            <a:off x="2966865" y="651271"/>
            <a:ext cx="15024101" cy="8451058"/>
          </a:xfrm>
          <a:prstGeom prst="rect">
            <a:avLst/>
          </a:prstGeom>
          <a:noFill/>
          <a:ln>
            <a:noFill/>
          </a:ln>
        </p:spPr>
        <p:txBody>
          <a:bodyPr/>
          <a:lstStyle/>
          <a:p>
            <a:endParaRPr lang="en-GB"/>
          </a:p>
        </p:txBody>
      </p:sp>
      <p:sp>
        <p:nvSpPr>
          <p:cNvPr id="42" name="Google Shape;42;p33"/>
          <p:cNvSpPr txBox="1">
            <a:spLocks noGrp="1"/>
          </p:cNvSpPr>
          <p:nvPr>
            <p:ph type="body" idx="1"/>
          </p:nvPr>
        </p:nvSpPr>
        <p:spPr>
          <a:xfrm>
            <a:off x="1419301" y="1373584"/>
            <a:ext cx="4899748" cy="325041"/>
          </a:xfrm>
          <a:prstGeom prst="rect">
            <a:avLst/>
          </a:prstGeom>
          <a:noFill/>
          <a:ln>
            <a:noFill/>
          </a:ln>
        </p:spPr>
        <p:txBody>
          <a:bodyPr spcFirstLastPara="1" wrap="square" lIns="36100" tIns="36100" rIns="36100" bIns="36100" anchor="ctr" anchorCtr="0">
            <a:normAutofit/>
          </a:bodyPr>
          <a:lstStyle>
            <a:lvl1pPr marL="457200" lvl="0" indent="-228600" algn="l">
              <a:lnSpc>
                <a:spcPct val="100000"/>
              </a:lnSpc>
              <a:spcBef>
                <a:spcPts val="200"/>
              </a:spcBef>
              <a:spcAft>
                <a:spcPts val="0"/>
              </a:spcAft>
              <a:buClr>
                <a:srgbClr val="9FDABF"/>
              </a:buClr>
              <a:buSzPts val="1200"/>
              <a:buFont typeface="Gill Sans"/>
              <a:buNone/>
              <a:defRPr sz="1200" cap="none">
                <a:solidFill>
                  <a:srgbClr val="9FDABF"/>
                </a:solidFill>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3" name="Google Shape;43;p33"/>
          <p:cNvSpPr txBox="1">
            <a:spLocks noGrp="1"/>
          </p:cNvSpPr>
          <p:nvPr>
            <p:ph type="body" idx="3"/>
          </p:nvPr>
        </p:nvSpPr>
        <p:spPr>
          <a:xfrm>
            <a:off x="1419301" y="7413922"/>
            <a:ext cx="4899748" cy="966094"/>
          </a:xfrm>
          <a:prstGeom prst="rect">
            <a:avLst/>
          </a:prstGeom>
          <a:noFill/>
          <a:ln>
            <a:noFill/>
          </a:ln>
        </p:spPr>
        <p:txBody>
          <a:bodyPr spcFirstLastPara="1" wrap="square" lIns="36100" tIns="36100" rIns="36100" bIns="36100" anchor="b"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4" name="Google Shape;44;p33"/>
          <p:cNvSpPr txBox="1">
            <a:spLocks noGrp="1"/>
          </p:cNvSpPr>
          <p:nvPr>
            <p:ph type="title"/>
          </p:nvPr>
        </p:nvSpPr>
        <p:spPr>
          <a:xfrm>
            <a:off x="1419301" y="2583457"/>
            <a:ext cx="6189682" cy="4586686"/>
          </a:xfrm>
          <a:prstGeom prst="rect">
            <a:avLst/>
          </a:prstGeom>
          <a:noFill/>
          <a:ln>
            <a:noFill/>
          </a:ln>
        </p:spPr>
        <p:txBody>
          <a:bodyPr spcFirstLastPara="1" wrap="square" lIns="27075" tIns="27075" rIns="27075" bIns="27075" anchor="ctr" anchorCtr="0">
            <a:normAutofit/>
          </a:bodyPr>
          <a:lstStyle>
            <a:lvl1pPr lvl="0" algn="l">
              <a:lnSpc>
                <a:spcPct val="90000"/>
              </a:lnSpc>
              <a:spcBef>
                <a:spcPts val="0"/>
              </a:spcBef>
              <a:spcAft>
                <a:spcPts val="0"/>
              </a:spcAft>
              <a:buClr>
                <a:srgbClr val="FFFFFF"/>
              </a:buClr>
              <a:buSzPts val="9600"/>
              <a:buFont typeface="Gill Sans"/>
              <a:buNone/>
              <a:defRPr sz="96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45" name="Google Shape;45;p33"/>
          <p:cNvSpPr txBox="1">
            <a:spLocks noGrp="1"/>
          </p:cNvSpPr>
          <p:nvPr>
            <p:ph type="sldNum" idx="12"/>
          </p:nvPr>
        </p:nvSpPr>
        <p:spPr>
          <a:xfrm>
            <a:off x="11027988" y="8199821"/>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Mosaic Title Card">
  <p:cSld name="Mosaic Title Card">
    <p:spTree>
      <p:nvGrpSpPr>
        <p:cNvPr id="1" name="Shape 46"/>
        <p:cNvGrpSpPr/>
        <p:nvPr/>
      </p:nvGrpSpPr>
      <p:grpSpPr>
        <a:xfrm>
          <a:off x="0" y="0"/>
          <a:ext cx="0" cy="0"/>
          <a:chOff x="0" y="0"/>
          <a:chExt cx="0" cy="0"/>
        </a:xfrm>
      </p:grpSpPr>
      <p:sp>
        <p:nvSpPr>
          <p:cNvPr id="47" name="Google Shape;47;p34"/>
          <p:cNvSpPr>
            <a:spLocks noGrp="1"/>
          </p:cNvSpPr>
          <p:nvPr>
            <p:ph type="pic" idx="2"/>
          </p:nvPr>
        </p:nvSpPr>
        <p:spPr>
          <a:xfrm>
            <a:off x="5634038" y="6447829"/>
            <a:ext cx="4719109" cy="2654500"/>
          </a:xfrm>
          <a:prstGeom prst="rect">
            <a:avLst/>
          </a:prstGeom>
          <a:noFill/>
          <a:ln>
            <a:noFill/>
          </a:ln>
        </p:spPr>
        <p:txBody>
          <a:bodyPr/>
          <a:lstStyle/>
          <a:p>
            <a:endParaRPr lang="en-GB"/>
          </a:p>
        </p:txBody>
      </p:sp>
      <p:sp>
        <p:nvSpPr>
          <p:cNvPr id="48" name="Google Shape;48;p34"/>
          <p:cNvSpPr/>
          <p:nvPr/>
        </p:nvSpPr>
        <p:spPr>
          <a:xfrm>
            <a:off x="9597240" y="6447829"/>
            <a:ext cx="2757479" cy="2654500"/>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9" name="Google Shape;49;p34"/>
          <p:cNvSpPr/>
          <p:nvPr/>
        </p:nvSpPr>
        <p:spPr>
          <a:xfrm>
            <a:off x="650081" y="651271"/>
            <a:ext cx="5739865"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0" name="Google Shape;50;p34"/>
          <p:cNvSpPr>
            <a:spLocks noGrp="1"/>
          </p:cNvSpPr>
          <p:nvPr>
            <p:ph type="pic" idx="3"/>
          </p:nvPr>
        </p:nvSpPr>
        <p:spPr>
          <a:xfrm>
            <a:off x="5634039" y="651271"/>
            <a:ext cx="4719109" cy="2654500"/>
          </a:xfrm>
          <a:prstGeom prst="rect">
            <a:avLst/>
          </a:prstGeom>
          <a:noFill/>
          <a:ln>
            <a:noFill/>
          </a:ln>
        </p:spPr>
        <p:txBody>
          <a:bodyPr/>
          <a:lstStyle/>
          <a:p>
            <a:endParaRPr lang="en-GB"/>
          </a:p>
        </p:txBody>
      </p:sp>
      <p:sp>
        <p:nvSpPr>
          <p:cNvPr id="51" name="Google Shape;51;p34"/>
          <p:cNvSpPr txBox="1">
            <a:spLocks noGrp="1"/>
          </p:cNvSpPr>
          <p:nvPr>
            <p:ph type="body" idx="1"/>
          </p:nvPr>
        </p:nvSpPr>
        <p:spPr>
          <a:xfrm>
            <a:off x="1419301" y="1373584"/>
            <a:ext cx="4201425" cy="325041"/>
          </a:xfrm>
          <a:prstGeom prst="rect">
            <a:avLst/>
          </a:prstGeom>
          <a:noFill/>
          <a:ln>
            <a:noFill/>
          </a:ln>
        </p:spPr>
        <p:txBody>
          <a:bodyPr spcFirstLastPara="1" wrap="square" lIns="36100" tIns="36100" rIns="36100" bIns="36100" anchor="ctr" anchorCtr="0">
            <a:normAutofit/>
          </a:bodyPr>
          <a:lstStyle>
            <a:lvl1pPr marL="457200" lvl="0" indent="-228600" algn="l">
              <a:lnSpc>
                <a:spcPct val="100000"/>
              </a:lnSpc>
              <a:spcBef>
                <a:spcPts val="200"/>
              </a:spcBef>
              <a:spcAft>
                <a:spcPts val="0"/>
              </a:spcAft>
              <a:buClr>
                <a:srgbClr val="9FDABF"/>
              </a:buClr>
              <a:buSzPts val="1200"/>
              <a:buFont typeface="Gill Sans"/>
              <a:buNone/>
              <a:defRPr sz="1200" cap="none">
                <a:solidFill>
                  <a:srgbClr val="9FDABF"/>
                </a:solidFill>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2" name="Google Shape;52;p34"/>
          <p:cNvSpPr txBox="1">
            <a:spLocks noGrp="1"/>
          </p:cNvSpPr>
          <p:nvPr>
            <p:ph type="body" idx="4"/>
          </p:nvPr>
        </p:nvSpPr>
        <p:spPr>
          <a:xfrm>
            <a:off x="1419301" y="7413922"/>
            <a:ext cx="4201424" cy="966094"/>
          </a:xfrm>
          <a:prstGeom prst="rect">
            <a:avLst/>
          </a:prstGeom>
          <a:noFill/>
          <a:ln>
            <a:noFill/>
          </a:ln>
        </p:spPr>
        <p:txBody>
          <a:bodyPr spcFirstLastPara="1" wrap="square" lIns="36100" tIns="36100" rIns="36100" bIns="36100" anchor="b"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3" name="Google Shape;53;p34"/>
          <p:cNvSpPr txBox="1">
            <a:spLocks noGrp="1"/>
          </p:cNvSpPr>
          <p:nvPr>
            <p:ph type="title"/>
          </p:nvPr>
        </p:nvSpPr>
        <p:spPr>
          <a:xfrm>
            <a:off x="1419301" y="2583457"/>
            <a:ext cx="3976516" cy="4586686"/>
          </a:xfrm>
          <a:prstGeom prst="rect">
            <a:avLst/>
          </a:prstGeom>
          <a:noFill/>
          <a:ln>
            <a:noFill/>
          </a:ln>
        </p:spPr>
        <p:txBody>
          <a:bodyPr spcFirstLastPara="1" wrap="square" lIns="27075" tIns="27075" rIns="27075" bIns="27075" anchor="ctr" anchorCtr="0">
            <a:normAutofit/>
          </a:bodyPr>
          <a:lstStyle>
            <a:lvl1pPr lvl="0" algn="l">
              <a:lnSpc>
                <a:spcPct val="90000"/>
              </a:lnSpc>
              <a:spcBef>
                <a:spcPts val="0"/>
              </a:spcBef>
              <a:spcAft>
                <a:spcPts val="0"/>
              </a:spcAft>
              <a:buClr>
                <a:srgbClr val="FFFFFF"/>
              </a:buClr>
              <a:buSzPts val="7800"/>
              <a:buFont typeface="Gill Sans"/>
              <a:buNone/>
              <a:defRPr sz="78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54" name="Google Shape;54;p34"/>
          <p:cNvSpPr>
            <a:spLocks noGrp="1"/>
          </p:cNvSpPr>
          <p:nvPr>
            <p:ph type="pic" idx="5"/>
          </p:nvPr>
        </p:nvSpPr>
        <p:spPr>
          <a:xfrm>
            <a:off x="8616425" y="651271"/>
            <a:ext cx="4719109" cy="2654500"/>
          </a:xfrm>
          <a:prstGeom prst="rect">
            <a:avLst/>
          </a:prstGeom>
          <a:noFill/>
          <a:ln>
            <a:noFill/>
          </a:ln>
        </p:spPr>
        <p:txBody>
          <a:bodyPr/>
          <a:lstStyle/>
          <a:p>
            <a:endParaRPr lang="en-GB"/>
          </a:p>
        </p:txBody>
      </p:sp>
      <p:sp>
        <p:nvSpPr>
          <p:cNvPr id="55" name="Google Shape;55;p34"/>
          <p:cNvSpPr/>
          <p:nvPr/>
        </p:nvSpPr>
        <p:spPr>
          <a:xfrm>
            <a:off x="6614853" y="3549550"/>
            <a:ext cx="2757479" cy="2654500"/>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6" name="Google Shape;56;p34"/>
          <p:cNvSpPr>
            <a:spLocks noGrp="1"/>
          </p:cNvSpPr>
          <p:nvPr>
            <p:ph type="pic" idx="6"/>
          </p:nvPr>
        </p:nvSpPr>
        <p:spPr>
          <a:xfrm>
            <a:off x="8616425" y="3549550"/>
            <a:ext cx="4719109" cy="2654500"/>
          </a:xfrm>
          <a:prstGeom prst="rect">
            <a:avLst/>
          </a:prstGeom>
          <a:noFill/>
          <a:ln>
            <a:noFill/>
          </a:ln>
        </p:spPr>
        <p:txBody>
          <a:bodyPr/>
          <a:lstStyle/>
          <a:p>
            <a:endParaRPr lang="en-GB"/>
          </a:p>
        </p:txBody>
      </p:sp>
      <p:sp>
        <p:nvSpPr>
          <p:cNvPr id="57" name="Google Shape;57;p34"/>
          <p:cNvSpPr txBox="1">
            <a:spLocks noGrp="1"/>
          </p:cNvSpPr>
          <p:nvPr>
            <p:ph type="sldNum" idx="12"/>
          </p:nvPr>
        </p:nvSpPr>
        <p:spPr>
          <a:xfrm>
            <a:off x="11027988" y="8199821"/>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amp; Subtitle">
  <p:cSld name="Title &amp; Subtitle">
    <p:spTree>
      <p:nvGrpSpPr>
        <p:cNvPr id="1" name="Shape 58"/>
        <p:cNvGrpSpPr/>
        <p:nvPr/>
      </p:nvGrpSpPr>
      <p:grpSpPr>
        <a:xfrm>
          <a:off x="0" y="0"/>
          <a:ext cx="0" cy="0"/>
          <a:chOff x="0" y="0"/>
          <a:chExt cx="0" cy="0"/>
        </a:xfrm>
      </p:grpSpPr>
      <p:sp>
        <p:nvSpPr>
          <p:cNvPr id="59" name="Google Shape;59;p35"/>
          <p:cNvSpPr/>
          <p:nvPr/>
        </p:nvSpPr>
        <p:spPr>
          <a:xfrm>
            <a:off x="650081" y="651271"/>
            <a:ext cx="7728123"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60" name="Google Shape;60;p35"/>
          <p:cNvSpPr/>
          <p:nvPr/>
        </p:nvSpPr>
        <p:spPr>
          <a:xfrm>
            <a:off x="8603112" y="651271"/>
            <a:ext cx="3751608" cy="8451058"/>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61" name="Google Shape;61;p35"/>
          <p:cNvSpPr txBox="1">
            <a:spLocks noGrp="1"/>
          </p:cNvSpPr>
          <p:nvPr>
            <p:ph type="body" idx="1"/>
          </p:nvPr>
        </p:nvSpPr>
        <p:spPr>
          <a:xfrm>
            <a:off x="1419301" y="1373584"/>
            <a:ext cx="4899748" cy="325041"/>
          </a:xfrm>
          <a:prstGeom prst="rect">
            <a:avLst/>
          </a:prstGeom>
          <a:noFill/>
          <a:ln>
            <a:noFill/>
          </a:ln>
        </p:spPr>
        <p:txBody>
          <a:bodyPr spcFirstLastPara="1" wrap="square" lIns="36100" tIns="36100" rIns="36100" bIns="36100" anchor="ctr" anchorCtr="0">
            <a:normAutofit/>
          </a:bodyPr>
          <a:lstStyle>
            <a:lvl1pPr marL="457200" lvl="0" indent="-228600" algn="l">
              <a:lnSpc>
                <a:spcPct val="100000"/>
              </a:lnSpc>
              <a:spcBef>
                <a:spcPts val="200"/>
              </a:spcBef>
              <a:spcAft>
                <a:spcPts val="0"/>
              </a:spcAft>
              <a:buClr>
                <a:srgbClr val="9FDABF"/>
              </a:buClr>
              <a:buSzPts val="1200"/>
              <a:buFont typeface="Gill Sans"/>
              <a:buNone/>
              <a:defRPr sz="1200" cap="none">
                <a:solidFill>
                  <a:srgbClr val="9FDABF"/>
                </a:solidFill>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62" name="Google Shape;62;p35"/>
          <p:cNvSpPr txBox="1">
            <a:spLocks noGrp="1"/>
          </p:cNvSpPr>
          <p:nvPr>
            <p:ph type="title"/>
          </p:nvPr>
        </p:nvSpPr>
        <p:spPr>
          <a:xfrm>
            <a:off x="1419301" y="2583457"/>
            <a:ext cx="6189682" cy="3259436"/>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9600"/>
              <a:buFont typeface="Gill Sans"/>
              <a:buNone/>
              <a:defRPr sz="96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63" name="Google Shape;63;p35"/>
          <p:cNvSpPr txBox="1">
            <a:spLocks noGrp="1"/>
          </p:cNvSpPr>
          <p:nvPr>
            <p:ph type="body" idx="2"/>
          </p:nvPr>
        </p:nvSpPr>
        <p:spPr>
          <a:xfrm>
            <a:off x="1419301" y="5842892"/>
            <a:ext cx="4970645" cy="1327251"/>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228600" algn="l">
              <a:lnSpc>
                <a:spcPct val="100000"/>
              </a:lnSpc>
              <a:spcBef>
                <a:spcPts val="0"/>
              </a:spcBef>
              <a:spcAft>
                <a:spcPts val="0"/>
              </a:spcAft>
              <a:buClr>
                <a:srgbClr val="FFFFFF"/>
              </a:buClr>
              <a:buSzPts val="3400"/>
              <a:buFont typeface="Gill Sans"/>
              <a:buNone/>
              <a:defRPr sz="3400">
                <a:solidFill>
                  <a:srgbClr val="FFFFFF"/>
                </a:solidFill>
              </a:defRPr>
            </a:lvl2pPr>
            <a:lvl3pPr marL="1371600" lvl="2" indent="-228600" algn="l">
              <a:lnSpc>
                <a:spcPct val="100000"/>
              </a:lnSpc>
              <a:spcBef>
                <a:spcPts val="0"/>
              </a:spcBef>
              <a:spcAft>
                <a:spcPts val="0"/>
              </a:spcAft>
              <a:buClr>
                <a:srgbClr val="FFFFFF"/>
              </a:buClr>
              <a:buSzPts val="3400"/>
              <a:buFont typeface="Gill Sans"/>
              <a:buNone/>
              <a:defRPr sz="3400">
                <a:solidFill>
                  <a:srgbClr val="FFFFFF"/>
                </a:solidFill>
              </a:defRPr>
            </a:lvl3pPr>
            <a:lvl4pPr marL="1828800" lvl="3" indent="-228600" algn="l">
              <a:lnSpc>
                <a:spcPct val="100000"/>
              </a:lnSpc>
              <a:spcBef>
                <a:spcPts val="0"/>
              </a:spcBef>
              <a:spcAft>
                <a:spcPts val="0"/>
              </a:spcAft>
              <a:buClr>
                <a:srgbClr val="FFFFFF"/>
              </a:buClr>
              <a:buSzPts val="3400"/>
              <a:buFont typeface="Gill Sans"/>
              <a:buNone/>
              <a:defRPr sz="3400">
                <a:solidFill>
                  <a:srgbClr val="FFFFFF"/>
                </a:solidFill>
              </a:defRPr>
            </a:lvl4pPr>
            <a:lvl5pPr marL="2286000" lvl="4" indent="-228600" algn="l">
              <a:lnSpc>
                <a:spcPct val="100000"/>
              </a:lnSpc>
              <a:spcBef>
                <a:spcPts val="0"/>
              </a:spcBef>
              <a:spcAft>
                <a:spcPts val="0"/>
              </a:spcAft>
              <a:buClr>
                <a:srgbClr val="FFFFFF"/>
              </a:buClr>
              <a:buSzPts val="3400"/>
              <a:buFont typeface="Gill Sans"/>
              <a:buNone/>
              <a:defRPr sz="34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64" name="Google Shape;64;p35"/>
          <p:cNvSpPr txBox="1">
            <a:spLocks noGrp="1"/>
          </p:cNvSpPr>
          <p:nvPr>
            <p:ph type="sldNum" idx="12"/>
          </p:nvPr>
        </p:nvSpPr>
        <p:spPr>
          <a:xfrm>
            <a:off x="11027988" y="8199821"/>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Subtitle &amp; Photo">
  <p:cSld name="Title, Subtitle &amp; Photo">
    <p:spTree>
      <p:nvGrpSpPr>
        <p:cNvPr id="1" name="Shape 65"/>
        <p:cNvGrpSpPr/>
        <p:nvPr/>
      </p:nvGrpSpPr>
      <p:grpSpPr>
        <a:xfrm>
          <a:off x="0" y="0"/>
          <a:ext cx="0" cy="0"/>
          <a:chOff x="0" y="0"/>
          <a:chExt cx="0" cy="0"/>
        </a:xfrm>
      </p:grpSpPr>
      <p:sp>
        <p:nvSpPr>
          <p:cNvPr id="66" name="Google Shape;66;p36"/>
          <p:cNvSpPr/>
          <p:nvPr/>
        </p:nvSpPr>
        <p:spPr>
          <a:xfrm>
            <a:off x="650081" y="651271"/>
            <a:ext cx="7728123"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67" name="Google Shape;67;p36"/>
          <p:cNvSpPr>
            <a:spLocks noGrp="1"/>
          </p:cNvSpPr>
          <p:nvPr>
            <p:ph type="pic" idx="2"/>
          </p:nvPr>
        </p:nvSpPr>
        <p:spPr>
          <a:xfrm>
            <a:off x="2966865" y="651271"/>
            <a:ext cx="15024101" cy="8451058"/>
          </a:xfrm>
          <a:prstGeom prst="rect">
            <a:avLst/>
          </a:prstGeom>
          <a:noFill/>
          <a:ln>
            <a:noFill/>
          </a:ln>
        </p:spPr>
        <p:txBody>
          <a:bodyPr/>
          <a:lstStyle/>
          <a:p>
            <a:endParaRPr lang="en-GB"/>
          </a:p>
        </p:txBody>
      </p:sp>
      <p:sp>
        <p:nvSpPr>
          <p:cNvPr id="68" name="Google Shape;68;p36"/>
          <p:cNvSpPr txBox="1">
            <a:spLocks noGrp="1"/>
          </p:cNvSpPr>
          <p:nvPr>
            <p:ph type="body" idx="1"/>
          </p:nvPr>
        </p:nvSpPr>
        <p:spPr>
          <a:xfrm>
            <a:off x="1419301" y="1373584"/>
            <a:ext cx="4899748" cy="325041"/>
          </a:xfrm>
          <a:prstGeom prst="rect">
            <a:avLst/>
          </a:prstGeom>
          <a:noFill/>
          <a:ln>
            <a:noFill/>
          </a:ln>
        </p:spPr>
        <p:txBody>
          <a:bodyPr spcFirstLastPara="1" wrap="square" lIns="36100" tIns="36100" rIns="36100" bIns="36100" anchor="ctr" anchorCtr="0">
            <a:normAutofit/>
          </a:bodyPr>
          <a:lstStyle>
            <a:lvl1pPr marL="457200" lvl="0" indent="-228600" algn="l">
              <a:lnSpc>
                <a:spcPct val="100000"/>
              </a:lnSpc>
              <a:spcBef>
                <a:spcPts val="200"/>
              </a:spcBef>
              <a:spcAft>
                <a:spcPts val="0"/>
              </a:spcAft>
              <a:buClr>
                <a:srgbClr val="9FDABF"/>
              </a:buClr>
              <a:buSzPts val="1200"/>
              <a:buFont typeface="Gill Sans"/>
              <a:buNone/>
              <a:defRPr sz="1200" cap="none">
                <a:solidFill>
                  <a:srgbClr val="9FDABF"/>
                </a:solidFill>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69" name="Google Shape;69;p36"/>
          <p:cNvSpPr txBox="1">
            <a:spLocks noGrp="1"/>
          </p:cNvSpPr>
          <p:nvPr>
            <p:ph type="title"/>
          </p:nvPr>
        </p:nvSpPr>
        <p:spPr>
          <a:xfrm>
            <a:off x="1419301" y="2583457"/>
            <a:ext cx="6189682" cy="3259436"/>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9600"/>
              <a:buFont typeface="Gill Sans"/>
              <a:buNone/>
              <a:defRPr sz="96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70" name="Google Shape;70;p36"/>
          <p:cNvSpPr txBox="1">
            <a:spLocks noGrp="1"/>
          </p:cNvSpPr>
          <p:nvPr>
            <p:ph type="body" idx="3"/>
          </p:nvPr>
        </p:nvSpPr>
        <p:spPr>
          <a:xfrm>
            <a:off x="1419301" y="5842892"/>
            <a:ext cx="4970645" cy="1327251"/>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228600" algn="l">
              <a:lnSpc>
                <a:spcPct val="100000"/>
              </a:lnSpc>
              <a:spcBef>
                <a:spcPts val="0"/>
              </a:spcBef>
              <a:spcAft>
                <a:spcPts val="0"/>
              </a:spcAft>
              <a:buClr>
                <a:srgbClr val="FFFFFF"/>
              </a:buClr>
              <a:buSzPts val="3400"/>
              <a:buFont typeface="Gill Sans"/>
              <a:buNone/>
              <a:defRPr sz="3400">
                <a:solidFill>
                  <a:srgbClr val="FFFFFF"/>
                </a:solidFill>
              </a:defRPr>
            </a:lvl2pPr>
            <a:lvl3pPr marL="1371600" lvl="2" indent="-228600" algn="l">
              <a:lnSpc>
                <a:spcPct val="100000"/>
              </a:lnSpc>
              <a:spcBef>
                <a:spcPts val="0"/>
              </a:spcBef>
              <a:spcAft>
                <a:spcPts val="0"/>
              </a:spcAft>
              <a:buClr>
                <a:srgbClr val="FFFFFF"/>
              </a:buClr>
              <a:buSzPts val="3400"/>
              <a:buFont typeface="Gill Sans"/>
              <a:buNone/>
              <a:defRPr sz="3400">
                <a:solidFill>
                  <a:srgbClr val="FFFFFF"/>
                </a:solidFill>
              </a:defRPr>
            </a:lvl3pPr>
            <a:lvl4pPr marL="1828800" lvl="3" indent="-228600" algn="l">
              <a:lnSpc>
                <a:spcPct val="100000"/>
              </a:lnSpc>
              <a:spcBef>
                <a:spcPts val="0"/>
              </a:spcBef>
              <a:spcAft>
                <a:spcPts val="0"/>
              </a:spcAft>
              <a:buClr>
                <a:srgbClr val="FFFFFF"/>
              </a:buClr>
              <a:buSzPts val="3400"/>
              <a:buFont typeface="Gill Sans"/>
              <a:buNone/>
              <a:defRPr sz="3400">
                <a:solidFill>
                  <a:srgbClr val="FFFFFF"/>
                </a:solidFill>
              </a:defRPr>
            </a:lvl4pPr>
            <a:lvl5pPr marL="2286000" lvl="4" indent="-228600" algn="l">
              <a:lnSpc>
                <a:spcPct val="100000"/>
              </a:lnSpc>
              <a:spcBef>
                <a:spcPts val="0"/>
              </a:spcBef>
              <a:spcAft>
                <a:spcPts val="0"/>
              </a:spcAft>
              <a:buClr>
                <a:srgbClr val="FFFFFF"/>
              </a:buClr>
              <a:buSzPts val="3400"/>
              <a:buFont typeface="Gill Sans"/>
              <a:buNone/>
              <a:defRPr sz="34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71" name="Google Shape;71;p36"/>
          <p:cNvSpPr txBox="1">
            <a:spLocks noGrp="1"/>
          </p:cNvSpPr>
          <p:nvPr>
            <p:ph type="sldNum" idx="12"/>
          </p:nvPr>
        </p:nvSpPr>
        <p:spPr>
          <a:xfrm>
            <a:off x="11027988" y="8199821"/>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 Subtitle &amp; Mosaic">
  <p:cSld name="Title, Subtitle &amp; Mosaic">
    <p:spTree>
      <p:nvGrpSpPr>
        <p:cNvPr id="1" name="Shape 72"/>
        <p:cNvGrpSpPr/>
        <p:nvPr/>
      </p:nvGrpSpPr>
      <p:grpSpPr>
        <a:xfrm>
          <a:off x="0" y="0"/>
          <a:ext cx="0" cy="0"/>
          <a:chOff x="0" y="0"/>
          <a:chExt cx="0" cy="0"/>
        </a:xfrm>
      </p:grpSpPr>
      <p:sp>
        <p:nvSpPr>
          <p:cNvPr id="73" name="Google Shape;73;p37"/>
          <p:cNvSpPr>
            <a:spLocks noGrp="1"/>
          </p:cNvSpPr>
          <p:nvPr>
            <p:ph type="pic" idx="2"/>
          </p:nvPr>
        </p:nvSpPr>
        <p:spPr>
          <a:xfrm>
            <a:off x="5634038" y="6447829"/>
            <a:ext cx="4719109" cy="2654500"/>
          </a:xfrm>
          <a:prstGeom prst="rect">
            <a:avLst/>
          </a:prstGeom>
          <a:noFill/>
          <a:ln>
            <a:noFill/>
          </a:ln>
        </p:spPr>
        <p:txBody>
          <a:bodyPr/>
          <a:lstStyle/>
          <a:p>
            <a:endParaRPr lang="en-GB"/>
          </a:p>
        </p:txBody>
      </p:sp>
      <p:sp>
        <p:nvSpPr>
          <p:cNvPr id="74" name="Google Shape;74;p37"/>
          <p:cNvSpPr/>
          <p:nvPr/>
        </p:nvSpPr>
        <p:spPr>
          <a:xfrm>
            <a:off x="9597240" y="6447829"/>
            <a:ext cx="2757479" cy="2654500"/>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75" name="Google Shape;75;p37"/>
          <p:cNvSpPr/>
          <p:nvPr/>
        </p:nvSpPr>
        <p:spPr>
          <a:xfrm>
            <a:off x="650081" y="651271"/>
            <a:ext cx="5739865"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76" name="Google Shape;76;p37"/>
          <p:cNvSpPr>
            <a:spLocks noGrp="1"/>
          </p:cNvSpPr>
          <p:nvPr>
            <p:ph type="pic" idx="3"/>
          </p:nvPr>
        </p:nvSpPr>
        <p:spPr>
          <a:xfrm>
            <a:off x="5634039" y="651271"/>
            <a:ext cx="4719109" cy="2654500"/>
          </a:xfrm>
          <a:prstGeom prst="rect">
            <a:avLst/>
          </a:prstGeom>
          <a:noFill/>
          <a:ln>
            <a:noFill/>
          </a:ln>
        </p:spPr>
        <p:txBody>
          <a:bodyPr/>
          <a:lstStyle/>
          <a:p>
            <a:endParaRPr lang="en-GB"/>
          </a:p>
        </p:txBody>
      </p:sp>
      <p:sp>
        <p:nvSpPr>
          <p:cNvPr id="77" name="Google Shape;77;p37"/>
          <p:cNvSpPr txBox="1">
            <a:spLocks noGrp="1"/>
          </p:cNvSpPr>
          <p:nvPr>
            <p:ph type="body" idx="1"/>
          </p:nvPr>
        </p:nvSpPr>
        <p:spPr>
          <a:xfrm>
            <a:off x="1419301" y="1373584"/>
            <a:ext cx="4201425" cy="325041"/>
          </a:xfrm>
          <a:prstGeom prst="rect">
            <a:avLst/>
          </a:prstGeom>
          <a:noFill/>
          <a:ln>
            <a:noFill/>
          </a:ln>
        </p:spPr>
        <p:txBody>
          <a:bodyPr spcFirstLastPara="1" wrap="square" lIns="36100" tIns="36100" rIns="36100" bIns="36100" anchor="ctr" anchorCtr="0">
            <a:normAutofit/>
          </a:bodyPr>
          <a:lstStyle>
            <a:lvl1pPr marL="457200" lvl="0" indent="-228600" algn="l">
              <a:lnSpc>
                <a:spcPct val="100000"/>
              </a:lnSpc>
              <a:spcBef>
                <a:spcPts val="200"/>
              </a:spcBef>
              <a:spcAft>
                <a:spcPts val="0"/>
              </a:spcAft>
              <a:buClr>
                <a:srgbClr val="9FDABF"/>
              </a:buClr>
              <a:buSzPts val="1200"/>
              <a:buFont typeface="Gill Sans"/>
              <a:buNone/>
              <a:defRPr sz="1200" cap="none">
                <a:solidFill>
                  <a:srgbClr val="9FDABF"/>
                </a:solidFill>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78" name="Google Shape;78;p37"/>
          <p:cNvSpPr txBox="1">
            <a:spLocks noGrp="1"/>
          </p:cNvSpPr>
          <p:nvPr>
            <p:ph type="title"/>
          </p:nvPr>
        </p:nvSpPr>
        <p:spPr>
          <a:xfrm>
            <a:off x="1419301" y="1978620"/>
            <a:ext cx="3976516" cy="3864174"/>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7800"/>
              <a:buFont typeface="Gill Sans"/>
              <a:buNone/>
              <a:defRPr sz="78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79" name="Google Shape;79;p37"/>
          <p:cNvSpPr>
            <a:spLocks noGrp="1"/>
          </p:cNvSpPr>
          <p:nvPr>
            <p:ph type="pic" idx="4"/>
          </p:nvPr>
        </p:nvSpPr>
        <p:spPr>
          <a:xfrm>
            <a:off x="8616425" y="651271"/>
            <a:ext cx="4719109" cy="2654500"/>
          </a:xfrm>
          <a:prstGeom prst="rect">
            <a:avLst/>
          </a:prstGeom>
          <a:noFill/>
          <a:ln>
            <a:noFill/>
          </a:ln>
        </p:spPr>
        <p:txBody>
          <a:bodyPr/>
          <a:lstStyle/>
          <a:p>
            <a:endParaRPr lang="en-GB"/>
          </a:p>
        </p:txBody>
      </p:sp>
      <p:sp>
        <p:nvSpPr>
          <p:cNvPr id="80" name="Google Shape;80;p37"/>
          <p:cNvSpPr/>
          <p:nvPr/>
        </p:nvSpPr>
        <p:spPr>
          <a:xfrm>
            <a:off x="6614853" y="3549550"/>
            <a:ext cx="2757479" cy="2654500"/>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81" name="Google Shape;81;p37"/>
          <p:cNvSpPr>
            <a:spLocks noGrp="1"/>
          </p:cNvSpPr>
          <p:nvPr>
            <p:ph type="pic" idx="5"/>
          </p:nvPr>
        </p:nvSpPr>
        <p:spPr>
          <a:xfrm>
            <a:off x="8616425" y="3549550"/>
            <a:ext cx="4719109" cy="2654500"/>
          </a:xfrm>
          <a:prstGeom prst="rect">
            <a:avLst/>
          </a:prstGeom>
          <a:noFill/>
          <a:ln>
            <a:noFill/>
          </a:ln>
        </p:spPr>
        <p:txBody>
          <a:bodyPr/>
          <a:lstStyle/>
          <a:p>
            <a:endParaRPr lang="en-GB"/>
          </a:p>
        </p:txBody>
      </p:sp>
      <p:sp>
        <p:nvSpPr>
          <p:cNvPr id="82" name="Google Shape;82;p37"/>
          <p:cNvSpPr txBox="1">
            <a:spLocks noGrp="1"/>
          </p:cNvSpPr>
          <p:nvPr>
            <p:ph type="body" idx="6"/>
          </p:nvPr>
        </p:nvSpPr>
        <p:spPr>
          <a:xfrm>
            <a:off x="1419301" y="6808985"/>
            <a:ext cx="3976516" cy="1571031"/>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228600" algn="l">
              <a:lnSpc>
                <a:spcPct val="100000"/>
              </a:lnSpc>
              <a:spcBef>
                <a:spcPts val="0"/>
              </a:spcBef>
              <a:spcAft>
                <a:spcPts val="0"/>
              </a:spcAft>
              <a:buClr>
                <a:srgbClr val="FFFFFF"/>
              </a:buClr>
              <a:buSzPts val="3400"/>
              <a:buFont typeface="Gill Sans"/>
              <a:buNone/>
              <a:defRPr sz="3400">
                <a:solidFill>
                  <a:srgbClr val="FFFFFF"/>
                </a:solidFill>
              </a:defRPr>
            </a:lvl2pPr>
            <a:lvl3pPr marL="1371600" lvl="2" indent="-228600" algn="l">
              <a:lnSpc>
                <a:spcPct val="100000"/>
              </a:lnSpc>
              <a:spcBef>
                <a:spcPts val="0"/>
              </a:spcBef>
              <a:spcAft>
                <a:spcPts val="0"/>
              </a:spcAft>
              <a:buClr>
                <a:srgbClr val="FFFFFF"/>
              </a:buClr>
              <a:buSzPts val="3400"/>
              <a:buFont typeface="Gill Sans"/>
              <a:buNone/>
              <a:defRPr sz="3400">
                <a:solidFill>
                  <a:srgbClr val="FFFFFF"/>
                </a:solidFill>
              </a:defRPr>
            </a:lvl3pPr>
            <a:lvl4pPr marL="1828800" lvl="3" indent="-228600" algn="l">
              <a:lnSpc>
                <a:spcPct val="100000"/>
              </a:lnSpc>
              <a:spcBef>
                <a:spcPts val="0"/>
              </a:spcBef>
              <a:spcAft>
                <a:spcPts val="0"/>
              </a:spcAft>
              <a:buClr>
                <a:srgbClr val="FFFFFF"/>
              </a:buClr>
              <a:buSzPts val="3400"/>
              <a:buFont typeface="Gill Sans"/>
              <a:buNone/>
              <a:defRPr sz="3400">
                <a:solidFill>
                  <a:srgbClr val="FFFFFF"/>
                </a:solidFill>
              </a:defRPr>
            </a:lvl4pPr>
            <a:lvl5pPr marL="2286000" lvl="4" indent="-228600" algn="l">
              <a:lnSpc>
                <a:spcPct val="100000"/>
              </a:lnSpc>
              <a:spcBef>
                <a:spcPts val="0"/>
              </a:spcBef>
              <a:spcAft>
                <a:spcPts val="0"/>
              </a:spcAft>
              <a:buClr>
                <a:srgbClr val="FFFFFF"/>
              </a:buClr>
              <a:buSzPts val="3400"/>
              <a:buFont typeface="Gill Sans"/>
              <a:buNone/>
              <a:defRPr sz="34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83" name="Google Shape;83;p37"/>
          <p:cNvSpPr txBox="1">
            <a:spLocks noGrp="1"/>
          </p:cNvSpPr>
          <p:nvPr>
            <p:ph type="sldNum" idx="12"/>
          </p:nvPr>
        </p:nvSpPr>
        <p:spPr>
          <a:xfrm>
            <a:off x="11027988" y="8199821"/>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Section">
  <p:cSld name="Section">
    <p:spTree>
      <p:nvGrpSpPr>
        <p:cNvPr id="1" name="Shape 84"/>
        <p:cNvGrpSpPr/>
        <p:nvPr/>
      </p:nvGrpSpPr>
      <p:grpSpPr>
        <a:xfrm>
          <a:off x="0" y="0"/>
          <a:ext cx="0" cy="0"/>
          <a:chOff x="0" y="0"/>
          <a:chExt cx="0" cy="0"/>
        </a:xfrm>
      </p:grpSpPr>
      <p:sp>
        <p:nvSpPr>
          <p:cNvPr id="85" name="Google Shape;85;p38"/>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86" name="Google Shape;86;p38"/>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87" name="Google Shape;87;p38"/>
          <p:cNvSpPr/>
          <p:nvPr/>
        </p:nvSpPr>
        <p:spPr>
          <a:xfrm>
            <a:off x="650081" y="651271"/>
            <a:ext cx="10935418"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88" name="Google Shape;88;p38"/>
          <p:cNvSpPr txBox="1">
            <a:spLocks noGrp="1"/>
          </p:cNvSpPr>
          <p:nvPr>
            <p:ph type="title"/>
          </p:nvPr>
        </p:nvSpPr>
        <p:spPr>
          <a:xfrm>
            <a:off x="1419301" y="2583457"/>
            <a:ext cx="7953031" cy="4586686"/>
          </a:xfrm>
          <a:prstGeom prst="rect">
            <a:avLst/>
          </a:prstGeom>
          <a:noFill/>
          <a:ln>
            <a:noFill/>
          </a:ln>
        </p:spPr>
        <p:txBody>
          <a:bodyPr spcFirstLastPara="1" wrap="square" lIns="27075" tIns="27075" rIns="27075" bIns="27075" anchor="ctr" anchorCtr="0">
            <a:normAutofit/>
          </a:bodyPr>
          <a:lstStyle>
            <a:lvl1pPr lvl="0" algn="l">
              <a:lnSpc>
                <a:spcPct val="90000"/>
              </a:lnSpc>
              <a:spcBef>
                <a:spcPts val="0"/>
              </a:spcBef>
              <a:spcAft>
                <a:spcPts val="0"/>
              </a:spcAft>
              <a:buClr>
                <a:srgbClr val="FFFFFF"/>
              </a:buClr>
              <a:buSzPts val="7800"/>
              <a:buFont typeface="Gill Sans"/>
              <a:buNone/>
              <a:defRPr sz="78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89" name="Google Shape;89;p38"/>
          <p:cNvSpPr txBox="1">
            <a:spLocks noGrp="1"/>
          </p:cNvSpPr>
          <p:nvPr>
            <p:ph type="sldNum" idx="12"/>
          </p:nvPr>
        </p:nvSpPr>
        <p:spPr>
          <a:xfrm>
            <a:off x="10258768" y="813792"/>
            <a:ext cx="1110041" cy="739988"/>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Section with Photo">
  <p:cSld name="Section with Photo">
    <p:spTree>
      <p:nvGrpSpPr>
        <p:cNvPr id="1" name="Shape 90"/>
        <p:cNvGrpSpPr/>
        <p:nvPr/>
      </p:nvGrpSpPr>
      <p:grpSpPr>
        <a:xfrm>
          <a:off x="0" y="0"/>
          <a:ext cx="0" cy="0"/>
          <a:chOff x="0" y="0"/>
          <a:chExt cx="0" cy="0"/>
        </a:xfrm>
      </p:grpSpPr>
      <p:sp>
        <p:nvSpPr>
          <p:cNvPr id="91" name="Google Shape;91;p39"/>
          <p:cNvSpPr>
            <a:spLocks noGrp="1"/>
          </p:cNvSpPr>
          <p:nvPr>
            <p:ph type="pic" idx="2"/>
          </p:nvPr>
        </p:nvSpPr>
        <p:spPr>
          <a:xfrm>
            <a:off x="2085190" y="651271"/>
            <a:ext cx="15024101" cy="8451058"/>
          </a:xfrm>
          <a:prstGeom prst="rect">
            <a:avLst/>
          </a:prstGeom>
          <a:noFill/>
          <a:ln>
            <a:noFill/>
          </a:ln>
        </p:spPr>
        <p:txBody>
          <a:bodyPr/>
          <a:lstStyle/>
          <a:p>
            <a:endParaRPr lang="en-GB"/>
          </a:p>
        </p:txBody>
      </p:sp>
      <p:sp>
        <p:nvSpPr>
          <p:cNvPr id="92" name="Google Shape;92;p39"/>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93" name="Google Shape;93;p39"/>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94" name="Google Shape;94;p39"/>
          <p:cNvSpPr/>
          <p:nvPr/>
        </p:nvSpPr>
        <p:spPr>
          <a:xfrm>
            <a:off x="650081" y="651271"/>
            <a:ext cx="6733994"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95" name="Google Shape;95;p39"/>
          <p:cNvSpPr txBox="1">
            <a:spLocks noGrp="1"/>
          </p:cNvSpPr>
          <p:nvPr>
            <p:ph type="title"/>
          </p:nvPr>
        </p:nvSpPr>
        <p:spPr>
          <a:xfrm>
            <a:off x="1419301" y="2583457"/>
            <a:ext cx="5195554" cy="4586686"/>
          </a:xfrm>
          <a:prstGeom prst="rect">
            <a:avLst/>
          </a:prstGeom>
          <a:noFill/>
          <a:ln>
            <a:noFill/>
          </a:ln>
        </p:spPr>
        <p:txBody>
          <a:bodyPr spcFirstLastPara="1" wrap="square" lIns="27075" tIns="27075" rIns="27075" bIns="27075" anchor="ctr" anchorCtr="0">
            <a:normAutofit/>
          </a:bodyPr>
          <a:lstStyle>
            <a:lvl1pPr lvl="0" algn="l">
              <a:lnSpc>
                <a:spcPct val="90000"/>
              </a:lnSpc>
              <a:spcBef>
                <a:spcPts val="0"/>
              </a:spcBef>
              <a:spcAft>
                <a:spcPts val="0"/>
              </a:spcAft>
              <a:buClr>
                <a:srgbClr val="FFFFFF"/>
              </a:buClr>
              <a:buSzPts val="7800"/>
              <a:buFont typeface="Gill Sans"/>
              <a:buNone/>
              <a:defRPr sz="78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96" name="Google Shape;96;p39"/>
          <p:cNvSpPr txBox="1">
            <a:spLocks noGrp="1"/>
          </p:cNvSpPr>
          <p:nvPr>
            <p:ph type="sldNum" idx="12"/>
          </p:nvPr>
        </p:nvSpPr>
        <p:spPr>
          <a:xfrm>
            <a:off x="10258768" y="813792"/>
            <a:ext cx="1110041" cy="739988"/>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with 2 Photos">
  <p:cSld name="Section with 2 Photos">
    <p:spTree>
      <p:nvGrpSpPr>
        <p:cNvPr id="1" name="Shape 97"/>
        <p:cNvGrpSpPr/>
        <p:nvPr/>
      </p:nvGrpSpPr>
      <p:grpSpPr>
        <a:xfrm>
          <a:off x="0" y="0"/>
          <a:ext cx="0" cy="0"/>
          <a:chOff x="0" y="0"/>
          <a:chExt cx="0" cy="0"/>
        </a:xfrm>
      </p:grpSpPr>
      <p:sp>
        <p:nvSpPr>
          <p:cNvPr id="98" name="Google Shape;98;p40"/>
          <p:cNvSpPr>
            <a:spLocks noGrp="1"/>
          </p:cNvSpPr>
          <p:nvPr>
            <p:ph type="pic" idx="2"/>
          </p:nvPr>
        </p:nvSpPr>
        <p:spPr>
          <a:xfrm>
            <a:off x="7558713" y="651271"/>
            <a:ext cx="4077054" cy="2293344"/>
          </a:xfrm>
          <a:prstGeom prst="rect">
            <a:avLst/>
          </a:prstGeom>
          <a:noFill/>
          <a:ln>
            <a:noFill/>
          </a:ln>
        </p:spPr>
        <p:txBody>
          <a:bodyPr/>
          <a:lstStyle/>
          <a:p>
            <a:endParaRPr lang="en-GB"/>
          </a:p>
        </p:txBody>
      </p:sp>
      <p:sp>
        <p:nvSpPr>
          <p:cNvPr id="99" name="Google Shape;99;p40"/>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00" name="Google Shape;100;p40"/>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01" name="Google Shape;101;p40"/>
          <p:cNvSpPr/>
          <p:nvPr/>
        </p:nvSpPr>
        <p:spPr>
          <a:xfrm>
            <a:off x="650081" y="651271"/>
            <a:ext cx="6733994"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02" name="Google Shape;102;p40"/>
          <p:cNvSpPr txBox="1">
            <a:spLocks noGrp="1"/>
          </p:cNvSpPr>
          <p:nvPr>
            <p:ph type="title"/>
          </p:nvPr>
        </p:nvSpPr>
        <p:spPr>
          <a:xfrm>
            <a:off x="1419301" y="2583457"/>
            <a:ext cx="5195554" cy="4586686"/>
          </a:xfrm>
          <a:prstGeom prst="rect">
            <a:avLst/>
          </a:prstGeom>
          <a:noFill/>
          <a:ln>
            <a:noFill/>
          </a:ln>
        </p:spPr>
        <p:txBody>
          <a:bodyPr spcFirstLastPara="1" wrap="square" lIns="27075" tIns="27075" rIns="27075" bIns="27075" anchor="ctr" anchorCtr="0">
            <a:normAutofit/>
          </a:bodyPr>
          <a:lstStyle>
            <a:lvl1pPr lvl="0" algn="l">
              <a:lnSpc>
                <a:spcPct val="90000"/>
              </a:lnSpc>
              <a:spcBef>
                <a:spcPts val="0"/>
              </a:spcBef>
              <a:spcAft>
                <a:spcPts val="0"/>
              </a:spcAft>
              <a:buClr>
                <a:srgbClr val="FFFFFF"/>
              </a:buClr>
              <a:buSzPts val="7800"/>
              <a:buFont typeface="Gill Sans"/>
              <a:buNone/>
              <a:defRPr sz="78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03" name="Google Shape;103;p40"/>
          <p:cNvSpPr>
            <a:spLocks noGrp="1"/>
          </p:cNvSpPr>
          <p:nvPr>
            <p:ph type="pic" idx="3"/>
          </p:nvPr>
        </p:nvSpPr>
        <p:spPr>
          <a:xfrm>
            <a:off x="4340410" y="3188394"/>
            <a:ext cx="10513661" cy="5913935"/>
          </a:xfrm>
          <a:prstGeom prst="rect">
            <a:avLst/>
          </a:prstGeom>
          <a:noFill/>
          <a:ln>
            <a:noFill/>
          </a:ln>
        </p:spPr>
        <p:txBody>
          <a:bodyPr/>
          <a:lstStyle/>
          <a:p>
            <a:endParaRPr lang="en-GB"/>
          </a:p>
        </p:txBody>
      </p:sp>
      <p:sp>
        <p:nvSpPr>
          <p:cNvPr id="104" name="Google Shape;104;p40"/>
          <p:cNvSpPr txBox="1">
            <a:spLocks noGrp="1"/>
          </p:cNvSpPr>
          <p:nvPr>
            <p:ph type="sldNum" idx="12"/>
          </p:nvPr>
        </p:nvSpPr>
        <p:spPr>
          <a:xfrm>
            <a:off x="10258768" y="813792"/>
            <a:ext cx="1110041" cy="739988"/>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Executive Message">
  <p:cSld name="Executive Message">
    <p:spTree>
      <p:nvGrpSpPr>
        <p:cNvPr id="1" name="Shape 105"/>
        <p:cNvGrpSpPr/>
        <p:nvPr/>
      </p:nvGrpSpPr>
      <p:grpSpPr>
        <a:xfrm>
          <a:off x="0" y="0"/>
          <a:ext cx="0" cy="0"/>
          <a:chOff x="0" y="0"/>
          <a:chExt cx="0" cy="0"/>
        </a:xfrm>
      </p:grpSpPr>
      <p:sp>
        <p:nvSpPr>
          <p:cNvPr id="106" name="Google Shape;106;p41"/>
          <p:cNvSpPr/>
          <p:nvPr/>
        </p:nvSpPr>
        <p:spPr>
          <a:xfrm>
            <a:off x="5620725" y="651271"/>
            <a:ext cx="5964775"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07" name="Google Shape;107;p41"/>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08" name="Google Shape;108;p41"/>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09" name="Google Shape;109;p41"/>
          <p:cNvSpPr txBox="1">
            <a:spLocks noGrp="1"/>
          </p:cNvSpPr>
          <p:nvPr>
            <p:ph type="title"/>
          </p:nvPr>
        </p:nvSpPr>
        <p:spPr>
          <a:xfrm>
            <a:off x="6389945" y="1617364"/>
            <a:ext cx="4426334" cy="1688407"/>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10" name="Google Shape;110;p41"/>
          <p:cNvSpPr txBox="1">
            <a:spLocks noGrp="1"/>
          </p:cNvSpPr>
          <p:nvPr>
            <p:ph type="body" idx="1"/>
          </p:nvPr>
        </p:nvSpPr>
        <p:spPr>
          <a:xfrm>
            <a:off x="6389946" y="3305770"/>
            <a:ext cx="4426333" cy="3864373"/>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1900"/>
              </a:spcBef>
              <a:spcAft>
                <a:spcPts val="0"/>
              </a:spcAft>
              <a:buClr>
                <a:srgbClr val="FFFFFF"/>
              </a:buClr>
              <a:buSzPts val="2800"/>
              <a:buFont typeface="Gill Sans"/>
              <a:buNone/>
              <a:defRPr sz="2800">
                <a:solidFill>
                  <a:srgbClr val="FFFFFF"/>
                </a:solidFill>
              </a:defRPr>
            </a:lvl1pPr>
            <a:lvl2pPr marL="914400" lvl="1" indent="-228600" algn="l">
              <a:lnSpc>
                <a:spcPct val="100000"/>
              </a:lnSpc>
              <a:spcBef>
                <a:spcPts val="1900"/>
              </a:spcBef>
              <a:spcAft>
                <a:spcPts val="0"/>
              </a:spcAft>
              <a:buClr>
                <a:srgbClr val="FFFFFF"/>
              </a:buClr>
              <a:buSzPts val="2800"/>
              <a:buFont typeface="Gill Sans"/>
              <a:buNone/>
              <a:defRPr sz="2800">
                <a:solidFill>
                  <a:srgbClr val="FFFFFF"/>
                </a:solidFill>
              </a:defRPr>
            </a:lvl2pPr>
            <a:lvl3pPr marL="1371600" lvl="2" indent="-228600" algn="l">
              <a:lnSpc>
                <a:spcPct val="100000"/>
              </a:lnSpc>
              <a:spcBef>
                <a:spcPts val="1900"/>
              </a:spcBef>
              <a:spcAft>
                <a:spcPts val="0"/>
              </a:spcAft>
              <a:buClr>
                <a:srgbClr val="FFFFFF"/>
              </a:buClr>
              <a:buSzPts val="2800"/>
              <a:buFont typeface="Gill Sans"/>
              <a:buNone/>
              <a:defRPr sz="2800">
                <a:solidFill>
                  <a:srgbClr val="FFFFFF"/>
                </a:solidFill>
              </a:defRPr>
            </a:lvl3pPr>
            <a:lvl4pPr marL="1828800" lvl="3" indent="-228600" algn="l">
              <a:lnSpc>
                <a:spcPct val="100000"/>
              </a:lnSpc>
              <a:spcBef>
                <a:spcPts val="1900"/>
              </a:spcBef>
              <a:spcAft>
                <a:spcPts val="0"/>
              </a:spcAft>
              <a:buClr>
                <a:srgbClr val="FFFFFF"/>
              </a:buClr>
              <a:buSzPts val="2800"/>
              <a:buFont typeface="Gill Sans"/>
              <a:buNone/>
              <a:defRPr sz="2800">
                <a:solidFill>
                  <a:srgbClr val="FFFFFF"/>
                </a:solidFill>
              </a:defRPr>
            </a:lvl4pPr>
            <a:lvl5pPr marL="2286000" lvl="4" indent="-228600" algn="l">
              <a:lnSpc>
                <a:spcPct val="100000"/>
              </a:lnSpc>
              <a:spcBef>
                <a:spcPts val="1900"/>
              </a:spcBef>
              <a:spcAft>
                <a:spcPts val="0"/>
              </a:spcAft>
              <a:buClr>
                <a:srgbClr val="FFFFFF"/>
              </a:buClr>
              <a:buSzPts val="2800"/>
              <a:buFont typeface="Gill Sans"/>
              <a:buNone/>
              <a:defRPr sz="28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11" name="Google Shape;111;p41"/>
          <p:cNvSpPr>
            <a:spLocks noGrp="1"/>
          </p:cNvSpPr>
          <p:nvPr>
            <p:ph type="pic" idx="2"/>
          </p:nvPr>
        </p:nvSpPr>
        <p:spPr>
          <a:xfrm>
            <a:off x="-4489102" y="651271"/>
            <a:ext cx="15024101" cy="8451058"/>
          </a:xfrm>
          <a:prstGeom prst="rect">
            <a:avLst/>
          </a:prstGeom>
          <a:noFill/>
          <a:ln>
            <a:noFill/>
          </a:ln>
        </p:spPr>
        <p:txBody>
          <a:bodyPr/>
          <a:lstStyle/>
          <a:p>
            <a:endParaRPr lang="en-GB"/>
          </a:p>
        </p:txBody>
      </p:sp>
      <p:sp>
        <p:nvSpPr>
          <p:cNvPr id="112" name="Google Shape;112;p41"/>
          <p:cNvSpPr txBox="1">
            <a:spLocks noGrp="1"/>
          </p:cNvSpPr>
          <p:nvPr>
            <p:ph type="body" idx="3"/>
          </p:nvPr>
        </p:nvSpPr>
        <p:spPr>
          <a:xfrm>
            <a:off x="6389945" y="7413922"/>
            <a:ext cx="4426334" cy="966094"/>
          </a:xfrm>
          <a:prstGeom prst="rect">
            <a:avLst/>
          </a:prstGeom>
          <a:noFill/>
          <a:ln>
            <a:noFill/>
          </a:ln>
        </p:spPr>
        <p:txBody>
          <a:bodyPr spcFirstLastPara="1" wrap="square" lIns="36100" tIns="36100" rIns="36100" bIns="36100" anchor="b"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13" name="Google Shape;113;p41"/>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Speakers">
  <p:cSld name="Speakers">
    <p:spTree>
      <p:nvGrpSpPr>
        <p:cNvPr id="1" name="Shape 114"/>
        <p:cNvGrpSpPr/>
        <p:nvPr/>
      </p:nvGrpSpPr>
      <p:grpSpPr>
        <a:xfrm>
          <a:off x="0" y="0"/>
          <a:ext cx="0" cy="0"/>
          <a:chOff x="0" y="0"/>
          <a:chExt cx="0" cy="0"/>
        </a:xfrm>
      </p:grpSpPr>
      <p:sp>
        <p:nvSpPr>
          <p:cNvPr id="115" name="Google Shape;115;p42"/>
          <p:cNvSpPr/>
          <p:nvPr/>
        </p:nvSpPr>
        <p:spPr>
          <a:xfrm>
            <a:off x="650081" y="651271"/>
            <a:ext cx="10935418"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16" name="Google Shape;116;p42"/>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17" name="Google Shape;117;p42"/>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18" name="Google Shape;118;p42"/>
          <p:cNvSpPr txBox="1">
            <a:spLocks noGrp="1"/>
          </p:cNvSpPr>
          <p:nvPr>
            <p:ph type="title"/>
          </p:nvPr>
        </p:nvSpPr>
        <p:spPr>
          <a:xfrm>
            <a:off x="1419301" y="1373584"/>
            <a:ext cx="8947161" cy="966094"/>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7800"/>
              <a:buFont typeface="Gill Sans"/>
              <a:buNone/>
              <a:defRPr sz="78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19" name="Google Shape;119;p42"/>
          <p:cNvSpPr>
            <a:spLocks noGrp="1"/>
          </p:cNvSpPr>
          <p:nvPr>
            <p:ph type="pic" idx="2"/>
          </p:nvPr>
        </p:nvSpPr>
        <p:spPr>
          <a:xfrm>
            <a:off x="323514" y="3562250"/>
            <a:ext cx="5055688" cy="2843826"/>
          </a:xfrm>
          <a:prstGeom prst="rect">
            <a:avLst/>
          </a:prstGeom>
          <a:noFill/>
          <a:ln w="25400" cap="flat" cmpd="sng">
            <a:solidFill>
              <a:srgbClr val="9FDABF"/>
            </a:solidFill>
            <a:prstDash val="solid"/>
            <a:round/>
            <a:headEnd type="none" w="sm" len="sm"/>
            <a:tailEnd type="none" w="sm" len="sm"/>
          </a:ln>
        </p:spPr>
        <p:txBody>
          <a:bodyPr/>
          <a:lstStyle/>
          <a:p>
            <a:endParaRPr lang="en-GB"/>
          </a:p>
        </p:txBody>
      </p:sp>
      <p:sp>
        <p:nvSpPr>
          <p:cNvPr id="120" name="Google Shape;120;p42"/>
          <p:cNvSpPr txBox="1">
            <a:spLocks noGrp="1"/>
          </p:cNvSpPr>
          <p:nvPr>
            <p:ph type="body" idx="1"/>
          </p:nvPr>
        </p:nvSpPr>
        <p:spPr>
          <a:xfrm>
            <a:off x="1419301" y="6815335"/>
            <a:ext cx="2860213" cy="1571031"/>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21" name="Google Shape;121;p42"/>
          <p:cNvSpPr>
            <a:spLocks noGrp="1"/>
          </p:cNvSpPr>
          <p:nvPr>
            <p:ph type="pic" idx="3"/>
          </p:nvPr>
        </p:nvSpPr>
        <p:spPr>
          <a:xfrm>
            <a:off x="3594598" y="3562250"/>
            <a:ext cx="5055688" cy="2843826"/>
          </a:xfrm>
          <a:prstGeom prst="rect">
            <a:avLst/>
          </a:prstGeom>
          <a:noFill/>
          <a:ln w="25400" cap="flat" cmpd="sng">
            <a:solidFill>
              <a:srgbClr val="9FDABF"/>
            </a:solidFill>
            <a:prstDash val="solid"/>
            <a:round/>
            <a:headEnd type="none" w="sm" len="sm"/>
            <a:tailEnd type="none" w="sm" len="sm"/>
          </a:ln>
        </p:spPr>
        <p:txBody>
          <a:bodyPr/>
          <a:lstStyle/>
          <a:p>
            <a:endParaRPr lang="en-GB"/>
          </a:p>
        </p:txBody>
      </p:sp>
      <p:sp>
        <p:nvSpPr>
          <p:cNvPr id="122" name="Google Shape;122;p42"/>
          <p:cNvSpPr txBox="1">
            <a:spLocks noGrp="1"/>
          </p:cNvSpPr>
          <p:nvPr>
            <p:ph type="body" idx="4"/>
          </p:nvPr>
        </p:nvSpPr>
        <p:spPr>
          <a:xfrm>
            <a:off x="4690385" y="6815335"/>
            <a:ext cx="2860214" cy="1571031"/>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23" name="Google Shape;123;p42"/>
          <p:cNvSpPr>
            <a:spLocks noGrp="1"/>
          </p:cNvSpPr>
          <p:nvPr>
            <p:ph type="pic" idx="5"/>
          </p:nvPr>
        </p:nvSpPr>
        <p:spPr>
          <a:xfrm>
            <a:off x="6843182" y="3568600"/>
            <a:ext cx="5055688" cy="2843826"/>
          </a:xfrm>
          <a:prstGeom prst="rect">
            <a:avLst/>
          </a:prstGeom>
          <a:noFill/>
          <a:ln w="25400" cap="flat" cmpd="sng">
            <a:solidFill>
              <a:srgbClr val="9FDABF"/>
            </a:solidFill>
            <a:prstDash val="solid"/>
            <a:round/>
            <a:headEnd type="none" w="sm" len="sm"/>
            <a:tailEnd type="none" w="sm" len="sm"/>
          </a:ln>
        </p:spPr>
        <p:txBody>
          <a:bodyPr/>
          <a:lstStyle/>
          <a:p>
            <a:endParaRPr lang="en-GB"/>
          </a:p>
        </p:txBody>
      </p:sp>
      <p:sp>
        <p:nvSpPr>
          <p:cNvPr id="124" name="Google Shape;124;p42"/>
          <p:cNvSpPr txBox="1">
            <a:spLocks noGrp="1"/>
          </p:cNvSpPr>
          <p:nvPr>
            <p:ph type="body" idx="6"/>
          </p:nvPr>
        </p:nvSpPr>
        <p:spPr>
          <a:xfrm>
            <a:off x="7938969" y="6821685"/>
            <a:ext cx="2860213" cy="1571031"/>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25" name="Google Shape;125;p42"/>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io">
  <p:cSld name="Bio">
    <p:spTree>
      <p:nvGrpSpPr>
        <p:cNvPr id="1" name="Shape 126"/>
        <p:cNvGrpSpPr/>
        <p:nvPr/>
      </p:nvGrpSpPr>
      <p:grpSpPr>
        <a:xfrm>
          <a:off x="0" y="0"/>
          <a:ext cx="0" cy="0"/>
          <a:chOff x="0" y="0"/>
          <a:chExt cx="0" cy="0"/>
        </a:xfrm>
      </p:grpSpPr>
      <p:sp>
        <p:nvSpPr>
          <p:cNvPr id="127" name="Google Shape;127;p43"/>
          <p:cNvSpPr>
            <a:spLocks noGrp="1"/>
          </p:cNvSpPr>
          <p:nvPr>
            <p:ph type="pic" idx="2"/>
          </p:nvPr>
        </p:nvSpPr>
        <p:spPr>
          <a:xfrm>
            <a:off x="1700485" y="651271"/>
            <a:ext cx="15024101" cy="8451058"/>
          </a:xfrm>
          <a:prstGeom prst="rect">
            <a:avLst/>
          </a:prstGeom>
          <a:noFill/>
          <a:ln>
            <a:noFill/>
          </a:ln>
        </p:spPr>
        <p:txBody>
          <a:bodyPr/>
          <a:lstStyle/>
          <a:p>
            <a:endParaRPr lang="en-GB"/>
          </a:p>
        </p:txBody>
      </p:sp>
      <p:sp>
        <p:nvSpPr>
          <p:cNvPr id="128" name="Google Shape;128;p43"/>
          <p:cNvSpPr/>
          <p:nvPr/>
        </p:nvSpPr>
        <p:spPr>
          <a:xfrm>
            <a:off x="650081" y="651271"/>
            <a:ext cx="5964775"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29" name="Google Shape;129;p43"/>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30" name="Google Shape;130;p43"/>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31" name="Google Shape;131;p43"/>
          <p:cNvSpPr txBox="1">
            <a:spLocks noGrp="1"/>
          </p:cNvSpPr>
          <p:nvPr>
            <p:ph type="title"/>
          </p:nvPr>
        </p:nvSpPr>
        <p:spPr>
          <a:xfrm>
            <a:off x="1419301" y="1373584"/>
            <a:ext cx="4426334" cy="966094"/>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32" name="Google Shape;132;p43"/>
          <p:cNvSpPr txBox="1">
            <a:spLocks noGrp="1"/>
          </p:cNvSpPr>
          <p:nvPr>
            <p:ph type="body" idx="1"/>
          </p:nvPr>
        </p:nvSpPr>
        <p:spPr>
          <a:xfrm>
            <a:off x="1419302" y="3549550"/>
            <a:ext cx="4426333" cy="4830466"/>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900"/>
              </a:spcBef>
              <a:spcAft>
                <a:spcPts val="0"/>
              </a:spcAft>
              <a:buClr>
                <a:srgbClr val="FFFFFF"/>
              </a:buClr>
              <a:buSzPts val="2800"/>
              <a:buFont typeface="Gill Sans"/>
              <a:buNone/>
              <a:defRPr sz="2800">
                <a:solidFill>
                  <a:srgbClr val="FFFFFF"/>
                </a:solidFill>
              </a:defRPr>
            </a:lvl1pPr>
            <a:lvl2pPr marL="914400" lvl="1" indent="-228600" algn="l">
              <a:lnSpc>
                <a:spcPct val="100000"/>
              </a:lnSpc>
              <a:spcBef>
                <a:spcPts val="1900"/>
              </a:spcBef>
              <a:spcAft>
                <a:spcPts val="0"/>
              </a:spcAft>
              <a:buClr>
                <a:srgbClr val="FFFFFF"/>
              </a:buClr>
              <a:buSzPts val="2800"/>
              <a:buFont typeface="Gill Sans"/>
              <a:buNone/>
              <a:defRPr sz="2800">
                <a:solidFill>
                  <a:srgbClr val="FFFFFF"/>
                </a:solidFill>
              </a:defRPr>
            </a:lvl2pPr>
            <a:lvl3pPr marL="1371600" lvl="2" indent="-228600" algn="l">
              <a:lnSpc>
                <a:spcPct val="100000"/>
              </a:lnSpc>
              <a:spcBef>
                <a:spcPts val="1900"/>
              </a:spcBef>
              <a:spcAft>
                <a:spcPts val="0"/>
              </a:spcAft>
              <a:buClr>
                <a:srgbClr val="FFFFFF"/>
              </a:buClr>
              <a:buSzPts val="2800"/>
              <a:buFont typeface="Gill Sans"/>
              <a:buNone/>
              <a:defRPr sz="2800">
                <a:solidFill>
                  <a:srgbClr val="FFFFFF"/>
                </a:solidFill>
              </a:defRPr>
            </a:lvl3pPr>
            <a:lvl4pPr marL="1828800" lvl="3" indent="-228600" algn="l">
              <a:lnSpc>
                <a:spcPct val="100000"/>
              </a:lnSpc>
              <a:spcBef>
                <a:spcPts val="1900"/>
              </a:spcBef>
              <a:spcAft>
                <a:spcPts val="0"/>
              </a:spcAft>
              <a:buClr>
                <a:srgbClr val="FFFFFF"/>
              </a:buClr>
              <a:buSzPts val="2800"/>
              <a:buFont typeface="Gill Sans"/>
              <a:buNone/>
              <a:defRPr sz="2800">
                <a:solidFill>
                  <a:srgbClr val="FFFFFF"/>
                </a:solidFill>
              </a:defRPr>
            </a:lvl4pPr>
            <a:lvl5pPr marL="2286000" lvl="4" indent="-228600" algn="l">
              <a:lnSpc>
                <a:spcPct val="100000"/>
              </a:lnSpc>
              <a:spcBef>
                <a:spcPts val="1900"/>
              </a:spcBef>
              <a:spcAft>
                <a:spcPts val="0"/>
              </a:spcAft>
              <a:buClr>
                <a:srgbClr val="FFFFFF"/>
              </a:buClr>
              <a:buSzPts val="2800"/>
              <a:buFont typeface="Gill Sans"/>
              <a:buNone/>
              <a:defRPr sz="28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33" name="Google Shape;133;p43"/>
          <p:cNvSpPr txBox="1">
            <a:spLocks noGrp="1"/>
          </p:cNvSpPr>
          <p:nvPr>
            <p:ph type="body" idx="3"/>
          </p:nvPr>
        </p:nvSpPr>
        <p:spPr>
          <a:xfrm>
            <a:off x="1419301" y="2222301"/>
            <a:ext cx="4426334" cy="722314"/>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34" name="Google Shape;134;p43"/>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35"/>
        <p:cNvGrpSpPr/>
        <p:nvPr/>
      </p:nvGrpSpPr>
      <p:grpSpPr>
        <a:xfrm>
          <a:off x="0" y="0"/>
          <a:ext cx="0" cy="0"/>
          <a:chOff x="0" y="0"/>
          <a:chExt cx="0" cy="0"/>
        </a:xfrm>
      </p:grpSpPr>
      <p:sp>
        <p:nvSpPr>
          <p:cNvPr id="136" name="Google Shape;136;p44"/>
          <p:cNvSpPr txBox="1">
            <a:spLocks noGrp="1"/>
          </p:cNvSpPr>
          <p:nvPr>
            <p:ph type="title"/>
          </p:nvPr>
        </p:nvSpPr>
        <p:spPr>
          <a:xfrm>
            <a:off x="1419301" y="1373584"/>
            <a:ext cx="3207295" cy="1932187"/>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37" name="Google Shape;137;p44"/>
          <p:cNvSpPr txBox="1">
            <a:spLocks noGrp="1"/>
          </p:cNvSpPr>
          <p:nvPr>
            <p:ph type="body" idx="1"/>
          </p:nvPr>
        </p:nvSpPr>
        <p:spPr>
          <a:xfrm>
            <a:off x="6389945" y="1373584"/>
            <a:ext cx="4426334" cy="7006432"/>
          </a:xfrm>
          <a:prstGeom prst="rect">
            <a:avLst/>
          </a:prstGeom>
          <a:noFill/>
          <a:ln>
            <a:noFill/>
          </a:ln>
        </p:spPr>
        <p:txBody>
          <a:bodyPr spcFirstLastPara="1" wrap="square" lIns="27075" tIns="27075" rIns="27075" bIns="27075" anchor="ctr"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38" name="Google Shape;138;p44"/>
          <p:cNvSpPr txBox="1">
            <a:spLocks noGrp="1"/>
          </p:cNvSpPr>
          <p:nvPr>
            <p:ph type="body" idx="2"/>
          </p:nvPr>
        </p:nvSpPr>
        <p:spPr>
          <a:xfrm>
            <a:off x="1419302" y="3549550"/>
            <a:ext cx="3207294" cy="4830466"/>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900"/>
              </a:spcBef>
              <a:spcAft>
                <a:spcPts val="0"/>
              </a:spcAft>
              <a:buClr>
                <a:srgbClr val="FFFFFF"/>
              </a:buClr>
              <a:buSzPts val="2800"/>
              <a:buFont typeface="Gill Sans"/>
              <a:buNone/>
              <a:defRPr sz="28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39" name="Google Shape;139;p44"/>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lvl="0" indent="0" algn="r">
              <a:lnSpc>
                <a:spcPct val="100000"/>
              </a:lnSpc>
              <a:spcBef>
                <a:spcPts val="0"/>
              </a:spcBef>
              <a:spcAft>
                <a:spcPts val="0"/>
              </a:spcAft>
              <a:buClr>
                <a:srgbClr val="438F84"/>
              </a:buClr>
              <a:buSzPts val="4800"/>
              <a:buFont typeface="Gill Sans"/>
              <a:buNone/>
              <a:defRPr sz="4800">
                <a:solidFill>
                  <a:srgbClr val="438F84"/>
                </a:solidFill>
              </a:defRPr>
            </a:lvl1pPr>
            <a:lvl2pPr marL="0" lvl="1" indent="0" algn="r">
              <a:lnSpc>
                <a:spcPct val="100000"/>
              </a:lnSpc>
              <a:spcBef>
                <a:spcPts val="0"/>
              </a:spcBef>
              <a:spcAft>
                <a:spcPts val="0"/>
              </a:spcAft>
              <a:buClr>
                <a:srgbClr val="438F84"/>
              </a:buClr>
              <a:buSzPts val="4800"/>
              <a:buFont typeface="Gill Sans"/>
              <a:buNone/>
              <a:defRPr sz="4800">
                <a:solidFill>
                  <a:srgbClr val="438F84"/>
                </a:solidFill>
              </a:defRPr>
            </a:lvl2pPr>
            <a:lvl3pPr marL="0" lvl="2" indent="0" algn="r">
              <a:lnSpc>
                <a:spcPct val="100000"/>
              </a:lnSpc>
              <a:spcBef>
                <a:spcPts val="0"/>
              </a:spcBef>
              <a:spcAft>
                <a:spcPts val="0"/>
              </a:spcAft>
              <a:buClr>
                <a:srgbClr val="438F84"/>
              </a:buClr>
              <a:buSzPts val="4800"/>
              <a:buFont typeface="Gill Sans"/>
              <a:buNone/>
              <a:defRPr sz="4800">
                <a:solidFill>
                  <a:srgbClr val="438F84"/>
                </a:solidFill>
              </a:defRPr>
            </a:lvl3pPr>
            <a:lvl4pPr marL="0" lvl="3" indent="0" algn="r">
              <a:lnSpc>
                <a:spcPct val="100000"/>
              </a:lnSpc>
              <a:spcBef>
                <a:spcPts val="0"/>
              </a:spcBef>
              <a:spcAft>
                <a:spcPts val="0"/>
              </a:spcAft>
              <a:buClr>
                <a:srgbClr val="438F84"/>
              </a:buClr>
              <a:buSzPts val="4800"/>
              <a:buFont typeface="Gill Sans"/>
              <a:buNone/>
              <a:defRPr sz="4800">
                <a:solidFill>
                  <a:srgbClr val="438F84"/>
                </a:solidFill>
              </a:defRPr>
            </a:lvl4pPr>
            <a:lvl5pPr marL="0" lvl="4" indent="0" algn="r">
              <a:lnSpc>
                <a:spcPct val="100000"/>
              </a:lnSpc>
              <a:spcBef>
                <a:spcPts val="0"/>
              </a:spcBef>
              <a:spcAft>
                <a:spcPts val="0"/>
              </a:spcAft>
              <a:buClr>
                <a:srgbClr val="438F84"/>
              </a:buClr>
              <a:buSzPts val="4800"/>
              <a:buFont typeface="Gill Sans"/>
              <a:buNone/>
              <a:defRPr sz="4800">
                <a:solidFill>
                  <a:srgbClr val="438F84"/>
                </a:solidFill>
              </a:defRPr>
            </a:lvl5pPr>
            <a:lvl6pPr marL="0" lvl="5" indent="0" algn="r">
              <a:lnSpc>
                <a:spcPct val="100000"/>
              </a:lnSpc>
              <a:spcBef>
                <a:spcPts val="0"/>
              </a:spcBef>
              <a:spcAft>
                <a:spcPts val="0"/>
              </a:spcAft>
              <a:buClr>
                <a:srgbClr val="438F84"/>
              </a:buClr>
              <a:buSzPts val="4800"/>
              <a:buFont typeface="Gill Sans"/>
              <a:buNone/>
              <a:defRPr sz="4800">
                <a:solidFill>
                  <a:srgbClr val="438F84"/>
                </a:solidFill>
              </a:defRPr>
            </a:lvl6pPr>
            <a:lvl7pPr marL="0" lvl="6" indent="0" algn="r">
              <a:lnSpc>
                <a:spcPct val="100000"/>
              </a:lnSpc>
              <a:spcBef>
                <a:spcPts val="0"/>
              </a:spcBef>
              <a:spcAft>
                <a:spcPts val="0"/>
              </a:spcAft>
              <a:buClr>
                <a:srgbClr val="438F84"/>
              </a:buClr>
              <a:buSzPts val="4800"/>
              <a:buFont typeface="Gill Sans"/>
              <a:buNone/>
              <a:defRPr sz="4800">
                <a:solidFill>
                  <a:srgbClr val="438F84"/>
                </a:solidFill>
              </a:defRPr>
            </a:lvl7pPr>
            <a:lvl8pPr marL="0" lvl="7" indent="0" algn="r">
              <a:lnSpc>
                <a:spcPct val="100000"/>
              </a:lnSpc>
              <a:spcBef>
                <a:spcPts val="0"/>
              </a:spcBef>
              <a:spcAft>
                <a:spcPts val="0"/>
              </a:spcAft>
              <a:buClr>
                <a:srgbClr val="438F84"/>
              </a:buClr>
              <a:buSzPts val="4800"/>
              <a:buFont typeface="Gill Sans"/>
              <a:buNone/>
              <a:defRPr sz="4800">
                <a:solidFill>
                  <a:srgbClr val="438F84"/>
                </a:solidFill>
              </a:defRPr>
            </a:lvl8pPr>
            <a:lvl9pPr marL="0" lvl="8" indent="0" algn="r">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ocess Agenda">
  <p:cSld name="Process Agenda">
    <p:spTree>
      <p:nvGrpSpPr>
        <p:cNvPr id="1" name="Shape 140"/>
        <p:cNvGrpSpPr/>
        <p:nvPr/>
      </p:nvGrpSpPr>
      <p:grpSpPr>
        <a:xfrm>
          <a:off x="0" y="0"/>
          <a:ext cx="0" cy="0"/>
          <a:chOff x="0" y="0"/>
          <a:chExt cx="0" cy="0"/>
        </a:xfrm>
      </p:grpSpPr>
      <p:sp>
        <p:nvSpPr>
          <p:cNvPr id="141" name="Google Shape;141;p45"/>
          <p:cNvSpPr txBox="1">
            <a:spLocks noGrp="1"/>
          </p:cNvSpPr>
          <p:nvPr>
            <p:ph type="title"/>
          </p:nvPr>
        </p:nvSpPr>
        <p:spPr>
          <a:xfrm>
            <a:off x="1419301" y="1373584"/>
            <a:ext cx="3207295" cy="1932187"/>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42" name="Google Shape;142;p45"/>
          <p:cNvSpPr txBox="1">
            <a:spLocks noGrp="1"/>
          </p:cNvSpPr>
          <p:nvPr>
            <p:ph type="body" idx="1"/>
          </p:nvPr>
        </p:nvSpPr>
        <p:spPr>
          <a:xfrm>
            <a:off x="1419302" y="3549550"/>
            <a:ext cx="3207294" cy="4830466"/>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900"/>
              </a:spcBef>
              <a:spcAft>
                <a:spcPts val="0"/>
              </a:spcAft>
              <a:buClr>
                <a:srgbClr val="FFFFFF"/>
              </a:buClr>
              <a:buSzPts val="2800"/>
              <a:buFont typeface="Gill Sans"/>
              <a:buNone/>
              <a:defRPr sz="28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43" name="Google Shape;143;p45"/>
          <p:cNvSpPr txBox="1">
            <a:spLocks noGrp="1"/>
          </p:cNvSpPr>
          <p:nvPr>
            <p:ph type="body" idx="2"/>
          </p:nvPr>
        </p:nvSpPr>
        <p:spPr>
          <a:xfrm>
            <a:off x="7993593" y="1529246"/>
            <a:ext cx="2822686" cy="1248421"/>
          </a:xfrm>
          <a:prstGeom prst="rect">
            <a:avLst/>
          </a:prstGeom>
          <a:noFill/>
          <a:ln>
            <a:noFill/>
          </a:ln>
        </p:spPr>
        <p:txBody>
          <a:bodyPr spcFirstLastPara="1" wrap="square" lIns="36100" tIns="36100" rIns="36100" bIns="36100" anchor="ctr"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44" name="Google Shape;144;p45"/>
          <p:cNvSpPr/>
          <p:nvPr/>
        </p:nvSpPr>
        <p:spPr>
          <a:xfrm>
            <a:off x="6402645" y="1521631"/>
            <a:ext cx="1265908" cy="1265908"/>
          </a:xfrm>
          <a:prstGeom prst="ellipse">
            <a:avLst/>
          </a:prstGeom>
          <a:solidFill>
            <a:srgbClr val="FFFFFF"/>
          </a:solidFill>
          <a:ln w="25400" cap="flat" cmpd="sng">
            <a:solidFill>
              <a:srgbClr val="438F84"/>
            </a:solidFill>
            <a:prstDash val="solid"/>
            <a:miter lim="4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2525"/>
              </a:buClr>
              <a:buSzPts val="1600"/>
              <a:buFont typeface="Gill Sans"/>
              <a:buNone/>
            </a:pPr>
            <a:endParaRPr sz="1600" b="0" i="0" u="none" strike="noStrike" cap="none">
              <a:solidFill>
                <a:srgbClr val="252525"/>
              </a:solidFill>
              <a:latin typeface="Gill Sans"/>
              <a:ea typeface="Gill Sans"/>
              <a:cs typeface="Gill Sans"/>
              <a:sym typeface="Gill Sans"/>
            </a:endParaRPr>
          </a:p>
        </p:txBody>
      </p:sp>
      <p:sp>
        <p:nvSpPr>
          <p:cNvPr id="145" name="Google Shape;145;p45"/>
          <p:cNvSpPr txBox="1">
            <a:spLocks noGrp="1"/>
          </p:cNvSpPr>
          <p:nvPr>
            <p:ph type="body" idx="3"/>
          </p:nvPr>
        </p:nvSpPr>
        <p:spPr>
          <a:xfrm>
            <a:off x="6844266" y="1822824"/>
            <a:ext cx="382665" cy="663521"/>
          </a:xfrm>
          <a:prstGeom prst="rect">
            <a:avLst/>
          </a:prstGeom>
          <a:solidFill>
            <a:srgbClr val="438F84"/>
          </a:solidFill>
          <a:ln>
            <a:noFill/>
          </a:ln>
        </p:spPr>
        <p:txBody>
          <a:bodyPr spcFirstLastPara="1" wrap="square" lIns="25675" tIns="25675" rIns="25675" bIns="25675"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46" name="Google Shape;146;p45"/>
          <p:cNvSpPr/>
          <p:nvPr/>
        </p:nvSpPr>
        <p:spPr>
          <a:xfrm>
            <a:off x="6405472" y="3336441"/>
            <a:ext cx="1265908" cy="1265908"/>
          </a:xfrm>
          <a:prstGeom prst="ellipse">
            <a:avLst/>
          </a:prstGeom>
          <a:solidFill>
            <a:srgbClr val="FFFFFF"/>
          </a:solidFill>
          <a:ln w="25400" cap="flat" cmpd="sng">
            <a:solidFill>
              <a:srgbClr val="9FDABF"/>
            </a:solidFill>
            <a:prstDash val="solid"/>
            <a:miter lim="4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2525"/>
              </a:buClr>
              <a:buSzPts val="1600"/>
              <a:buFont typeface="Gill Sans"/>
              <a:buNone/>
            </a:pPr>
            <a:endParaRPr sz="1600" b="0" i="0" u="none" strike="noStrike" cap="none">
              <a:solidFill>
                <a:srgbClr val="252525"/>
              </a:solidFill>
              <a:latin typeface="Gill Sans"/>
              <a:ea typeface="Gill Sans"/>
              <a:cs typeface="Gill Sans"/>
              <a:sym typeface="Gill Sans"/>
            </a:endParaRPr>
          </a:p>
        </p:txBody>
      </p:sp>
      <p:sp>
        <p:nvSpPr>
          <p:cNvPr id="147" name="Google Shape;147;p45"/>
          <p:cNvSpPr txBox="1">
            <a:spLocks noGrp="1"/>
          </p:cNvSpPr>
          <p:nvPr>
            <p:ph type="body" idx="4"/>
          </p:nvPr>
        </p:nvSpPr>
        <p:spPr>
          <a:xfrm>
            <a:off x="6807170" y="3638130"/>
            <a:ext cx="462511" cy="662530"/>
          </a:xfrm>
          <a:prstGeom prst="rect">
            <a:avLst/>
          </a:prstGeom>
          <a:solidFill>
            <a:srgbClr val="9FDABF"/>
          </a:solidFill>
          <a:ln>
            <a:noFill/>
          </a:ln>
        </p:spPr>
        <p:txBody>
          <a:bodyPr spcFirstLastPara="1" wrap="square" lIns="25675" tIns="25675" rIns="25675" bIns="25675"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48" name="Google Shape;148;p45"/>
          <p:cNvSpPr/>
          <p:nvPr/>
        </p:nvSpPr>
        <p:spPr>
          <a:xfrm>
            <a:off x="6405472" y="5151251"/>
            <a:ext cx="1265908" cy="1265908"/>
          </a:xfrm>
          <a:prstGeom prst="ellipse">
            <a:avLst/>
          </a:prstGeom>
          <a:solidFill>
            <a:srgbClr val="FFFFFF"/>
          </a:solidFill>
          <a:ln w="25400" cap="flat" cmpd="sng">
            <a:solidFill>
              <a:srgbClr val="6BD8C3"/>
            </a:solidFill>
            <a:prstDash val="solid"/>
            <a:miter lim="4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2525"/>
              </a:buClr>
              <a:buSzPts val="1600"/>
              <a:buFont typeface="Gill Sans"/>
              <a:buNone/>
            </a:pPr>
            <a:endParaRPr sz="1600" b="0" i="0" u="none" strike="noStrike" cap="none">
              <a:solidFill>
                <a:srgbClr val="252525"/>
              </a:solidFill>
              <a:latin typeface="Gill Sans"/>
              <a:ea typeface="Gill Sans"/>
              <a:cs typeface="Gill Sans"/>
              <a:sym typeface="Gill Sans"/>
            </a:endParaRPr>
          </a:p>
        </p:txBody>
      </p:sp>
      <p:sp>
        <p:nvSpPr>
          <p:cNvPr id="149" name="Google Shape;149;p45"/>
          <p:cNvSpPr txBox="1">
            <a:spLocks noGrp="1"/>
          </p:cNvSpPr>
          <p:nvPr>
            <p:ph type="body" idx="5"/>
          </p:nvPr>
        </p:nvSpPr>
        <p:spPr>
          <a:xfrm>
            <a:off x="6817031" y="5452410"/>
            <a:ext cx="442791" cy="663590"/>
          </a:xfrm>
          <a:prstGeom prst="rect">
            <a:avLst/>
          </a:prstGeom>
          <a:solidFill>
            <a:srgbClr val="6BD8C3"/>
          </a:solidFill>
          <a:ln>
            <a:noFill/>
          </a:ln>
        </p:spPr>
        <p:txBody>
          <a:bodyPr spcFirstLastPara="1" wrap="square" lIns="25675" tIns="25675" rIns="25675" bIns="25675"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50" name="Google Shape;150;p45"/>
          <p:cNvSpPr/>
          <p:nvPr/>
        </p:nvSpPr>
        <p:spPr>
          <a:xfrm>
            <a:off x="6405472" y="6966061"/>
            <a:ext cx="1265908" cy="1265908"/>
          </a:xfrm>
          <a:prstGeom prst="ellipse">
            <a:avLst/>
          </a:prstGeom>
          <a:solidFill>
            <a:srgbClr val="FFFFFF"/>
          </a:solidFill>
          <a:ln w="25400" cap="flat" cmpd="sng">
            <a:solidFill>
              <a:srgbClr val="45BBA4"/>
            </a:solidFill>
            <a:prstDash val="solid"/>
            <a:miter lim="4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52525"/>
              </a:buClr>
              <a:buSzPts val="1600"/>
              <a:buFont typeface="Gill Sans"/>
              <a:buNone/>
            </a:pPr>
            <a:endParaRPr sz="1600" b="0" i="0" u="none" strike="noStrike" cap="none">
              <a:solidFill>
                <a:srgbClr val="252525"/>
              </a:solidFill>
              <a:latin typeface="Gill Sans"/>
              <a:ea typeface="Gill Sans"/>
              <a:cs typeface="Gill Sans"/>
              <a:sym typeface="Gill Sans"/>
            </a:endParaRPr>
          </a:p>
        </p:txBody>
      </p:sp>
      <p:sp>
        <p:nvSpPr>
          <p:cNvPr id="151" name="Google Shape;151;p45"/>
          <p:cNvSpPr txBox="1">
            <a:spLocks noGrp="1"/>
          </p:cNvSpPr>
          <p:nvPr>
            <p:ph type="body" idx="6"/>
          </p:nvPr>
        </p:nvSpPr>
        <p:spPr>
          <a:xfrm>
            <a:off x="6875699" y="7267376"/>
            <a:ext cx="325454" cy="663278"/>
          </a:xfrm>
          <a:prstGeom prst="rect">
            <a:avLst/>
          </a:prstGeom>
          <a:solidFill>
            <a:srgbClr val="45BBA4"/>
          </a:solidFill>
          <a:ln>
            <a:noFill/>
          </a:ln>
        </p:spPr>
        <p:txBody>
          <a:bodyPr spcFirstLastPara="1" wrap="square" lIns="25675" tIns="25675" rIns="25675" bIns="25675"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52" name="Google Shape;152;p45"/>
          <p:cNvSpPr txBox="1">
            <a:spLocks noGrp="1"/>
          </p:cNvSpPr>
          <p:nvPr>
            <p:ph type="body" idx="7"/>
          </p:nvPr>
        </p:nvSpPr>
        <p:spPr>
          <a:xfrm>
            <a:off x="7993592" y="3345184"/>
            <a:ext cx="2822686" cy="1248421"/>
          </a:xfrm>
          <a:prstGeom prst="rect">
            <a:avLst/>
          </a:prstGeom>
          <a:noFill/>
          <a:ln>
            <a:noFill/>
          </a:ln>
        </p:spPr>
        <p:txBody>
          <a:bodyPr spcFirstLastPara="1" wrap="square" lIns="36100" tIns="36100" rIns="36100" bIns="36100" anchor="ctr"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53" name="Google Shape;153;p45"/>
          <p:cNvSpPr txBox="1">
            <a:spLocks noGrp="1"/>
          </p:cNvSpPr>
          <p:nvPr>
            <p:ph type="body" idx="8"/>
          </p:nvPr>
        </p:nvSpPr>
        <p:spPr>
          <a:xfrm>
            <a:off x="7993593" y="5159995"/>
            <a:ext cx="2822686" cy="1248420"/>
          </a:xfrm>
          <a:prstGeom prst="rect">
            <a:avLst/>
          </a:prstGeom>
          <a:noFill/>
          <a:ln>
            <a:noFill/>
          </a:ln>
        </p:spPr>
        <p:txBody>
          <a:bodyPr spcFirstLastPara="1" wrap="square" lIns="36100" tIns="36100" rIns="36100" bIns="36100" anchor="ctr"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54" name="Google Shape;154;p45"/>
          <p:cNvSpPr txBox="1">
            <a:spLocks noGrp="1"/>
          </p:cNvSpPr>
          <p:nvPr>
            <p:ph type="body" idx="9"/>
          </p:nvPr>
        </p:nvSpPr>
        <p:spPr>
          <a:xfrm>
            <a:off x="7993593" y="6974805"/>
            <a:ext cx="2822686" cy="1248421"/>
          </a:xfrm>
          <a:prstGeom prst="rect">
            <a:avLst/>
          </a:prstGeom>
          <a:noFill/>
          <a:ln>
            <a:noFill/>
          </a:ln>
        </p:spPr>
        <p:txBody>
          <a:bodyPr spcFirstLastPara="1" wrap="square" lIns="36100" tIns="36100" rIns="36100" bIns="36100" anchor="ctr"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55" name="Google Shape;155;p45"/>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lvl="0" indent="0" algn="r">
              <a:lnSpc>
                <a:spcPct val="100000"/>
              </a:lnSpc>
              <a:spcBef>
                <a:spcPts val="0"/>
              </a:spcBef>
              <a:spcAft>
                <a:spcPts val="0"/>
              </a:spcAft>
              <a:buClr>
                <a:srgbClr val="438F84"/>
              </a:buClr>
              <a:buSzPts val="4800"/>
              <a:buFont typeface="Gill Sans"/>
              <a:buNone/>
              <a:defRPr sz="4800">
                <a:solidFill>
                  <a:srgbClr val="438F84"/>
                </a:solidFill>
              </a:defRPr>
            </a:lvl1pPr>
            <a:lvl2pPr marL="0" lvl="1" indent="0" algn="r">
              <a:lnSpc>
                <a:spcPct val="100000"/>
              </a:lnSpc>
              <a:spcBef>
                <a:spcPts val="0"/>
              </a:spcBef>
              <a:spcAft>
                <a:spcPts val="0"/>
              </a:spcAft>
              <a:buClr>
                <a:srgbClr val="438F84"/>
              </a:buClr>
              <a:buSzPts val="4800"/>
              <a:buFont typeface="Gill Sans"/>
              <a:buNone/>
              <a:defRPr sz="4800">
                <a:solidFill>
                  <a:srgbClr val="438F84"/>
                </a:solidFill>
              </a:defRPr>
            </a:lvl2pPr>
            <a:lvl3pPr marL="0" lvl="2" indent="0" algn="r">
              <a:lnSpc>
                <a:spcPct val="100000"/>
              </a:lnSpc>
              <a:spcBef>
                <a:spcPts val="0"/>
              </a:spcBef>
              <a:spcAft>
                <a:spcPts val="0"/>
              </a:spcAft>
              <a:buClr>
                <a:srgbClr val="438F84"/>
              </a:buClr>
              <a:buSzPts val="4800"/>
              <a:buFont typeface="Gill Sans"/>
              <a:buNone/>
              <a:defRPr sz="4800">
                <a:solidFill>
                  <a:srgbClr val="438F84"/>
                </a:solidFill>
              </a:defRPr>
            </a:lvl3pPr>
            <a:lvl4pPr marL="0" lvl="3" indent="0" algn="r">
              <a:lnSpc>
                <a:spcPct val="100000"/>
              </a:lnSpc>
              <a:spcBef>
                <a:spcPts val="0"/>
              </a:spcBef>
              <a:spcAft>
                <a:spcPts val="0"/>
              </a:spcAft>
              <a:buClr>
                <a:srgbClr val="438F84"/>
              </a:buClr>
              <a:buSzPts val="4800"/>
              <a:buFont typeface="Gill Sans"/>
              <a:buNone/>
              <a:defRPr sz="4800">
                <a:solidFill>
                  <a:srgbClr val="438F84"/>
                </a:solidFill>
              </a:defRPr>
            </a:lvl4pPr>
            <a:lvl5pPr marL="0" lvl="4" indent="0" algn="r">
              <a:lnSpc>
                <a:spcPct val="100000"/>
              </a:lnSpc>
              <a:spcBef>
                <a:spcPts val="0"/>
              </a:spcBef>
              <a:spcAft>
                <a:spcPts val="0"/>
              </a:spcAft>
              <a:buClr>
                <a:srgbClr val="438F84"/>
              </a:buClr>
              <a:buSzPts val="4800"/>
              <a:buFont typeface="Gill Sans"/>
              <a:buNone/>
              <a:defRPr sz="4800">
                <a:solidFill>
                  <a:srgbClr val="438F84"/>
                </a:solidFill>
              </a:defRPr>
            </a:lvl5pPr>
            <a:lvl6pPr marL="0" lvl="5" indent="0" algn="r">
              <a:lnSpc>
                <a:spcPct val="100000"/>
              </a:lnSpc>
              <a:spcBef>
                <a:spcPts val="0"/>
              </a:spcBef>
              <a:spcAft>
                <a:spcPts val="0"/>
              </a:spcAft>
              <a:buClr>
                <a:srgbClr val="438F84"/>
              </a:buClr>
              <a:buSzPts val="4800"/>
              <a:buFont typeface="Gill Sans"/>
              <a:buNone/>
              <a:defRPr sz="4800">
                <a:solidFill>
                  <a:srgbClr val="438F84"/>
                </a:solidFill>
              </a:defRPr>
            </a:lvl6pPr>
            <a:lvl7pPr marL="0" lvl="6" indent="0" algn="r">
              <a:lnSpc>
                <a:spcPct val="100000"/>
              </a:lnSpc>
              <a:spcBef>
                <a:spcPts val="0"/>
              </a:spcBef>
              <a:spcAft>
                <a:spcPts val="0"/>
              </a:spcAft>
              <a:buClr>
                <a:srgbClr val="438F84"/>
              </a:buClr>
              <a:buSzPts val="4800"/>
              <a:buFont typeface="Gill Sans"/>
              <a:buNone/>
              <a:defRPr sz="4800">
                <a:solidFill>
                  <a:srgbClr val="438F84"/>
                </a:solidFill>
              </a:defRPr>
            </a:lvl7pPr>
            <a:lvl8pPr marL="0" lvl="7" indent="0" algn="r">
              <a:lnSpc>
                <a:spcPct val="100000"/>
              </a:lnSpc>
              <a:spcBef>
                <a:spcPts val="0"/>
              </a:spcBef>
              <a:spcAft>
                <a:spcPts val="0"/>
              </a:spcAft>
              <a:buClr>
                <a:srgbClr val="438F84"/>
              </a:buClr>
              <a:buSzPts val="4800"/>
              <a:buFont typeface="Gill Sans"/>
              <a:buNone/>
              <a:defRPr sz="4800">
                <a:solidFill>
                  <a:srgbClr val="438F84"/>
                </a:solidFill>
              </a:defRPr>
            </a:lvl8pPr>
            <a:lvl9pPr marL="0" lvl="8" indent="0" algn="r">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me Agenda">
  <p:cSld name="Time Agenda">
    <p:spTree>
      <p:nvGrpSpPr>
        <p:cNvPr id="1" name="Shape 156"/>
        <p:cNvGrpSpPr/>
        <p:nvPr/>
      </p:nvGrpSpPr>
      <p:grpSpPr>
        <a:xfrm>
          <a:off x="0" y="0"/>
          <a:ext cx="0" cy="0"/>
          <a:chOff x="0" y="0"/>
          <a:chExt cx="0" cy="0"/>
        </a:xfrm>
      </p:grpSpPr>
      <p:sp>
        <p:nvSpPr>
          <p:cNvPr id="157" name="Google Shape;157;p46"/>
          <p:cNvSpPr/>
          <p:nvPr/>
        </p:nvSpPr>
        <p:spPr>
          <a:xfrm>
            <a:off x="656430" y="3194744"/>
            <a:ext cx="11691940" cy="5901235"/>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158" name="Google Shape;158;p46"/>
          <p:cNvSpPr/>
          <p:nvPr/>
        </p:nvSpPr>
        <p:spPr>
          <a:xfrm>
            <a:off x="10013012" y="651271"/>
            <a:ext cx="2341708"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59" name="Google Shape;159;p46"/>
          <p:cNvSpPr/>
          <p:nvPr/>
        </p:nvSpPr>
        <p:spPr>
          <a:xfrm>
            <a:off x="650080" y="651271"/>
            <a:ext cx="9119153"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60" name="Google Shape;160;p46"/>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61" name="Google Shape;161;p46"/>
          <p:cNvSpPr txBox="1">
            <a:spLocks noGrp="1"/>
          </p:cNvSpPr>
          <p:nvPr>
            <p:ph type="body" idx="1"/>
          </p:nvPr>
        </p:nvSpPr>
        <p:spPr>
          <a:xfrm>
            <a:off x="1070354" y="5228927"/>
            <a:ext cx="2540001" cy="650082"/>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62" name="Google Shape;162;p46"/>
          <p:cNvSpPr txBox="1">
            <a:spLocks noGrp="1"/>
          </p:cNvSpPr>
          <p:nvPr>
            <p:ph type="body" idx="2"/>
          </p:nvPr>
        </p:nvSpPr>
        <p:spPr>
          <a:xfrm>
            <a:off x="1070354" y="4307978"/>
            <a:ext cx="2540001" cy="758430"/>
          </a:xfrm>
          <a:prstGeom prst="rect">
            <a:avLst/>
          </a:prstGeom>
          <a:noFill/>
          <a:ln>
            <a:noFill/>
          </a:ln>
        </p:spPr>
        <p:txBody>
          <a:bodyPr spcFirstLastPara="1" wrap="square" lIns="36100" tIns="36100" rIns="36100" bIns="36100" anchor="t" anchorCtr="0">
            <a:normAutofit/>
          </a:bodyPr>
          <a:lstStyle>
            <a:lvl1pPr marL="457200" lvl="0" indent="-228600" algn="l">
              <a:lnSpc>
                <a:spcPct val="80000"/>
              </a:lnSpc>
              <a:spcBef>
                <a:spcPts val="600"/>
              </a:spcBef>
              <a:spcAft>
                <a:spcPts val="0"/>
              </a:spcAft>
              <a:buClr>
                <a:srgbClr val="15261B"/>
              </a:buClr>
              <a:buSzPts val="2400"/>
              <a:buFont typeface="Gill Sans"/>
              <a:buNone/>
              <a:defRPr sz="2400">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63" name="Google Shape;163;p46"/>
          <p:cNvSpPr txBox="1">
            <a:spLocks noGrp="1"/>
          </p:cNvSpPr>
          <p:nvPr>
            <p:ph type="body" idx="3"/>
          </p:nvPr>
        </p:nvSpPr>
        <p:spPr>
          <a:xfrm>
            <a:off x="1070354" y="3549550"/>
            <a:ext cx="2540001" cy="758429"/>
          </a:xfrm>
          <a:prstGeom prst="rect">
            <a:avLst/>
          </a:prstGeom>
          <a:noFill/>
          <a:ln>
            <a:noFill/>
          </a:ln>
        </p:spPr>
        <p:txBody>
          <a:bodyPr spcFirstLastPara="1" wrap="square" lIns="36100" tIns="36100" rIns="36100" bIns="36100" anchor="ctr" anchorCtr="0">
            <a:normAutofit/>
          </a:bodyPr>
          <a:lstStyle>
            <a:lvl1pPr marL="457200" lvl="0" indent="-228600" algn="l">
              <a:lnSpc>
                <a:spcPct val="90000"/>
              </a:lnSpc>
              <a:spcBef>
                <a:spcPts val="0"/>
              </a:spcBef>
              <a:spcAft>
                <a:spcPts val="0"/>
              </a:spcAft>
              <a:buClr>
                <a:srgbClr val="438F84"/>
              </a:buClr>
              <a:buSzPts val="4000"/>
              <a:buFont typeface="Gill Sans"/>
              <a:buNone/>
              <a:defRPr sz="40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64" name="Google Shape;164;p46"/>
          <p:cNvSpPr txBox="1">
            <a:spLocks noGrp="1"/>
          </p:cNvSpPr>
          <p:nvPr>
            <p:ph type="body" idx="4"/>
          </p:nvPr>
        </p:nvSpPr>
        <p:spPr>
          <a:xfrm>
            <a:off x="1070354" y="5879008"/>
            <a:ext cx="2377481" cy="2862164"/>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65" name="Google Shape;165;p46"/>
          <p:cNvSpPr txBox="1">
            <a:spLocks noGrp="1"/>
          </p:cNvSpPr>
          <p:nvPr>
            <p:ph type="body" idx="5"/>
          </p:nvPr>
        </p:nvSpPr>
        <p:spPr>
          <a:xfrm>
            <a:off x="3856939" y="5228927"/>
            <a:ext cx="2540001" cy="650082"/>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66" name="Google Shape;166;p46"/>
          <p:cNvSpPr txBox="1">
            <a:spLocks noGrp="1"/>
          </p:cNvSpPr>
          <p:nvPr>
            <p:ph type="body" idx="6"/>
          </p:nvPr>
        </p:nvSpPr>
        <p:spPr>
          <a:xfrm>
            <a:off x="3856939" y="4307978"/>
            <a:ext cx="2540001" cy="758430"/>
          </a:xfrm>
          <a:prstGeom prst="rect">
            <a:avLst/>
          </a:prstGeom>
          <a:noFill/>
          <a:ln>
            <a:noFill/>
          </a:ln>
        </p:spPr>
        <p:txBody>
          <a:bodyPr spcFirstLastPara="1" wrap="square" lIns="36100" tIns="36100" rIns="36100" bIns="36100" anchor="t" anchorCtr="0">
            <a:normAutofit/>
          </a:bodyPr>
          <a:lstStyle>
            <a:lvl1pPr marL="457200" lvl="0" indent="-228600" algn="l">
              <a:lnSpc>
                <a:spcPct val="80000"/>
              </a:lnSpc>
              <a:spcBef>
                <a:spcPts val="600"/>
              </a:spcBef>
              <a:spcAft>
                <a:spcPts val="0"/>
              </a:spcAft>
              <a:buClr>
                <a:srgbClr val="15261B"/>
              </a:buClr>
              <a:buSzPts val="2400"/>
              <a:buFont typeface="Gill Sans"/>
              <a:buNone/>
              <a:defRPr sz="2400">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67" name="Google Shape;167;p46"/>
          <p:cNvSpPr txBox="1">
            <a:spLocks noGrp="1"/>
          </p:cNvSpPr>
          <p:nvPr>
            <p:ph type="body" idx="7"/>
          </p:nvPr>
        </p:nvSpPr>
        <p:spPr>
          <a:xfrm>
            <a:off x="3856939" y="3549550"/>
            <a:ext cx="2540001" cy="758429"/>
          </a:xfrm>
          <a:prstGeom prst="rect">
            <a:avLst/>
          </a:prstGeom>
          <a:noFill/>
          <a:ln>
            <a:noFill/>
          </a:ln>
        </p:spPr>
        <p:txBody>
          <a:bodyPr spcFirstLastPara="1" wrap="square" lIns="36100" tIns="36100" rIns="36100" bIns="36100" anchor="ctr" anchorCtr="0">
            <a:normAutofit/>
          </a:bodyPr>
          <a:lstStyle>
            <a:lvl1pPr marL="457200" lvl="0" indent="-228600" algn="l">
              <a:lnSpc>
                <a:spcPct val="90000"/>
              </a:lnSpc>
              <a:spcBef>
                <a:spcPts val="0"/>
              </a:spcBef>
              <a:spcAft>
                <a:spcPts val="0"/>
              </a:spcAft>
              <a:buClr>
                <a:srgbClr val="438F84"/>
              </a:buClr>
              <a:buSzPts val="4000"/>
              <a:buFont typeface="Gill Sans"/>
              <a:buNone/>
              <a:defRPr sz="40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68" name="Google Shape;168;p46"/>
          <p:cNvSpPr txBox="1">
            <a:spLocks noGrp="1"/>
          </p:cNvSpPr>
          <p:nvPr>
            <p:ph type="body" idx="8"/>
          </p:nvPr>
        </p:nvSpPr>
        <p:spPr>
          <a:xfrm>
            <a:off x="3856939" y="5879008"/>
            <a:ext cx="2377481" cy="2862164"/>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69" name="Google Shape;169;p46"/>
          <p:cNvSpPr txBox="1">
            <a:spLocks noGrp="1"/>
          </p:cNvSpPr>
          <p:nvPr>
            <p:ph type="body" idx="9"/>
          </p:nvPr>
        </p:nvSpPr>
        <p:spPr>
          <a:xfrm>
            <a:off x="6643523" y="5228927"/>
            <a:ext cx="2540001" cy="650082"/>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70" name="Google Shape;170;p46"/>
          <p:cNvSpPr txBox="1">
            <a:spLocks noGrp="1"/>
          </p:cNvSpPr>
          <p:nvPr>
            <p:ph type="body" idx="13"/>
          </p:nvPr>
        </p:nvSpPr>
        <p:spPr>
          <a:xfrm>
            <a:off x="6643523" y="4307978"/>
            <a:ext cx="2540001" cy="758430"/>
          </a:xfrm>
          <a:prstGeom prst="rect">
            <a:avLst/>
          </a:prstGeom>
          <a:noFill/>
          <a:ln>
            <a:noFill/>
          </a:ln>
        </p:spPr>
        <p:txBody>
          <a:bodyPr spcFirstLastPara="1" wrap="square" lIns="36100" tIns="36100" rIns="36100" bIns="36100" anchor="t" anchorCtr="0">
            <a:normAutofit/>
          </a:bodyPr>
          <a:lstStyle>
            <a:lvl1pPr marL="457200" lvl="0" indent="-228600" algn="l">
              <a:lnSpc>
                <a:spcPct val="80000"/>
              </a:lnSpc>
              <a:spcBef>
                <a:spcPts val="600"/>
              </a:spcBef>
              <a:spcAft>
                <a:spcPts val="0"/>
              </a:spcAft>
              <a:buClr>
                <a:srgbClr val="15261B"/>
              </a:buClr>
              <a:buSzPts val="2400"/>
              <a:buFont typeface="Gill Sans"/>
              <a:buNone/>
              <a:defRPr sz="2400">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71" name="Google Shape;171;p46"/>
          <p:cNvSpPr txBox="1">
            <a:spLocks noGrp="1"/>
          </p:cNvSpPr>
          <p:nvPr>
            <p:ph type="body" idx="14"/>
          </p:nvPr>
        </p:nvSpPr>
        <p:spPr>
          <a:xfrm>
            <a:off x="6643523" y="3549550"/>
            <a:ext cx="2540001" cy="758429"/>
          </a:xfrm>
          <a:prstGeom prst="rect">
            <a:avLst/>
          </a:prstGeom>
          <a:noFill/>
          <a:ln>
            <a:noFill/>
          </a:ln>
        </p:spPr>
        <p:txBody>
          <a:bodyPr spcFirstLastPara="1" wrap="square" lIns="36100" tIns="36100" rIns="36100" bIns="36100" anchor="ctr" anchorCtr="0">
            <a:normAutofit/>
          </a:bodyPr>
          <a:lstStyle>
            <a:lvl1pPr marL="457200" lvl="0" indent="-228600" algn="l">
              <a:lnSpc>
                <a:spcPct val="90000"/>
              </a:lnSpc>
              <a:spcBef>
                <a:spcPts val="0"/>
              </a:spcBef>
              <a:spcAft>
                <a:spcPts val="0"/>
              </a:spcAft>
              <a:buClr>
                <a:srgbClr val="438F84"/>
              </a:buClr>
              <a:buSzPts val="4000"/>
              <a:buFont typeface="Gill Sans"/>
              <a:buNone/>
              <a:defRPr sz="40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72" name="Google Shape;172;p46"/>
          <p:cNvSpPr txBox="1">
            <a:spLocks noGrp="1"/>
          </p:cNvSpPr>
          <p:nvPr>
            <p:ph type="body" idx="15"/>
          </p:nvPr>
        </p:nvSpPr>
        <p:spPr>
          <a:xfrm>
            <a:off x="6643523" y="5879008"/>
            <a:ext cx="2377481" cy="2862164"/>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73" name="Google Shape;173;p46"/>
          <p:cNvSpPr txBox="1">
            <a:spLocks noGrp="1"/>
          </p:cNvSpPr>
          <p:nvPr>
            <p:ph type="body" idx="16"/>
          </p:nvPr>
        </p:nvSpPr>
        <p:spPr>
          <a:xfrm>
            <a:off x="9430108" y="5228927"/>
            <a:ext cx="2540001" cy="650082"/>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74" name="Google Shape;174;p46"/>
          <p:cNvSpPr txBox="1">
            <a:spLocks noGrp="1"/>
          </p:cNvSpPr>
          <p:nvPr>
            <p:ph type="body" idx="17"/>
          </p:nvPr>
        </p:nvSpPr>
        <p:spPr>
          <a:xfrm>
            <a:off x="9430108" y="4307978"/>
            <a:ext cx="2540001" cy="758430"/>
          </a:xfrm>
          <a:prstGeom prst="rect">
            <a:avLst/>
          </a:prstGeom>
          <a:noFill/>
          <a:ln>
            <a:noFill/>
          </a:ln>
        </p:spPr>
        <p:txBody>
          <a:bodyPr spcFirstLastPara="1" wrap="square" lIns="36100" tIns="36100" rIns="36100" bIns="36100" anchor="t" anchorCtr="0">
            <a:normAutofit/>
          </a:bodyPr>
          <a:lstStyle>
            <a:lvl1pPr marL="457200" lvl="0" indent="-228600" algn="l">
              <a:lnSpc>
                <a:spcPct val="80000"/>
              </a:lnSpc>
              <a:spcBef>
                <a:spcPts val="600"/>
              </a:spcBef>
              <a:spcAft>
                <a:spcPts val="0"/>
              </a:spcAft>
              <a:buClr>
                <a:srgbClr val="15261B"/>
              </a:buClr>
              <a:buSzPts val="2400"/>
              <a:buFont typeface="Gill Sans"/>
              <a:buNone/>
              <a:defRPr sz="2400">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75" name="Google Shape;175;p46"/>
          <p:cNvSpPr txBox="1">
            <a:spLocks noGrp="1"/>
          </p:cNvSpPr>
          <p:nvPr>
            <p:ph type="body" idx="18"/>
          </p:nvPr>
        </p:nvSpPr>
        <p:spPr>
          <a:xfrm>
            <a:off x="9430108" y="3549550"/>
            <a:ext cx="2540001" cy="758429"/>
          </a:xfrm>
          <a:prstGeom prst="rect">
            <a:avLst/>
          </a:prstGeom>
          <a:noFill/>
          <a:ln>
            <a:noFill/>
          </a:ln>
        </p:spPr>
        <p:txBody>
          <a:bodyPr spcFirstLastPara="1" wrap="square" lIns="36100" tIns="36100" rIns="36100" bIns="36100" anchor="ctr" anchorCtr="0">
            <a:normAutofit/>
          </a:bodyPr>
          <a:lstStyle>
            <a:lvl1pPr marL="457200" lvl="0" indent="-228600" algn="l">
              <a:lnSpc>
                <a:spcPct val="90000"/>
              </a:lnSpc>
              <a:spcBef>
                <a:spcPts val="0"/>
              </a:spcBef>
              <a:spcAft>
                <a:spcPts val="0"/>
              </a:spcAft>
              <a:buClr>
                <a:srgbClr val="438F84"/>
              </a:buClr>
              <a:buSzPts val="4000"/>
              <a:buFont typeface="Gill Sans"/>
              <a:buNone/>
              <a:defRPr sz="40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76" name="Google Shape;176;p46"/>
          <p:cNvSpPr txBox="1">
            <a:spLocks noGrp="1"/>
          </p:cNvSpPr>
          <p:nvPr>
            <p:ph type="body" idx="19"/>
          </p:nvPr>
        </p:nvSpPr>
        <p:spPr>
          <a:xfrm>
            <a:off x="9430108" y="5879008"/>
            <a:ext cx="2377480" cy="2862164"/>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77" name="Google Shape;177;p46"/>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Caption &amp; Bullets">
  <p:cSld name="Title, Caption &amp; Bullets">
    <p:spTree>
      <p:nvGrpSpPr>
        <p:cNvPr id="1" name="Shape 178"/>
        <p:cNvGrpSpPr/>
        <p:nvPr/>
      </p:nvGrpSpPr>
      <p:grpSpPr>
        <a:xfrm>
          <a:off x="0" y="0"/>
          <a:ext cx="0" cy="0"/>
          <a:chOff x="0" y="0"/>
          <a:chExt cx="0" cy="0"/>
        </a:xfrm>
      </p:grpSpPr>
      <p:sp>
        <p:nvSpPr>
          <p:cNvPr id="179" name="Google Shape;179;p47"/>
          <p:cNvSpPr txBox="1">
            <a:spLocks noGrp="1"/>
          </p:cNvSpPr>
          <p:nvPr>
            <p:ph type="title"/>
          </p:nvPr>
        </p:nvSpPr>
        <p:spPr>
          <a:xfrm>
            <a:off x="1419301" y="1373584"/>
            <a:ext cx="3207295" cy="1932187"/>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80" name="Google Shape;180;p47"/>
          <p:cNvSpPr txBox="1">
            <a:spLocks noGrp="1"/>
          </p:cNvSpPr>
          <p:nvPr>
            <p:ph type="body" idx="1"/>
          </p:nvPr>
        </p:nvSpPr>
        <p:spPr>
          <a:xfrm>
            <a:off x="6389945" y="1373584"/>
            <a:ext cx="4426334" cy="7006432"/>
          </a:xfrm>
          <a:prstGeom prst="rect">
            <a:avLst/>
          </a:prstGeom>
          <a:noFill/>
          <a:ln>
            <a:noFill/>
          </a:ln>
        </p:spPr>
        <p:txBody>
          <a:bodyPr spcFirstLastPara="1" wrap="square" lIns="27075" tIns="27075" rIns="27075" bIns="27075" anchor="ctr" anchorCtr="0">
            <a:normAutofit/>
          </a:bodyPr>
          <a:lstStyle>
            <a:lvl1pPr marL="457200" lvl="0" indent="-406400" algn="l">
              <a:lnSpc>
                <a:spcPct val="100000"/>
              </a:lnSpc>
              <a:spcBef>
                <a:spcPts val="1900"/>
              </a:spcBef>
              <a:spcAft>
                <a:spcPts val="0"/>
              </a:spcAft>
              <a:buClr>
                <a:srgbClr val="47977C"/>
              </a:buClr>
              <a:buSzPts val="2800"/>
              <a:buFont typeface="Gill Sans"/>
              <a:buChar char="•"/>
              <a:defRPr sz="2800"/>
            </a:lvl1pPr>
            <a:lvl2pPr marL="914400" lvl="1" indent="-406400" algn="l">
              <a:lnSpc>
                <a:spcPct val="100000"/>
              </a:lnSpc>
              <a:spcBef>
                <a:spcPts val="1900"/>
              </a:spcBef>
              <a:spcAft>
                <a:spcPts val="0"/>
              </a:spcAft>
              <a:buClr>
                <a:srgbClr val="47977C"/>
              </a:buClr>
              <a:buSzPts val="2800"/>
              <a:buFont typeface="Gill Sans"/>
              <a:buChar char="•"/>
              <a:defRPr sz="2800"/>
            </a:lvl2pPr>
            <a:lvl3pPr marL="1371600" lvl="2" indent="-406400" algn="l">
              <a:lnSpc>
                <a:spcPct val="100000"/>
              </a:lnSpc>
              <a:spcBef>
                <a:spcPts val="1900"/>
              </a:spcBef>
              <a:spcAft>
                <a:spcPts val="0"/>
              </a:spcAft>
              <a:buClr>
                <a:srgbClr val="47977C"/>
              </a:buClr>
              <a:buSzPts val="2800"/>
              <a:buFont typeface="Gill Sans"/>
              <a:buChar char="•"/>
              <a:defRPr sz="2800"/>
            </a:lvl3pPr>
            <a:lvl4pPr marL="1828800" lvl="3" indent="-406400" algn="l">
              <a:lnSpc>
                <a:spcPct val="100000"/>
              </a:lnSpc>
              <a:spcBef>
                <a:spcPts val="1900"/>
              </a:spcBef>
              <a:spcAft>
                <a:spcPts val="0"/>
              </a:spcAft>
              <a:buClr>
                <a:srgbClr val="47977C"/>
              </a:buClr>
              <a:buSzPts val="2800"/>
              <a:buFont typeface="Gill Sans"/>
              <a:buChar char="•"/>
              <a:defRPr sz="2800"/>
            </a:lvl4pPr>
            <a:lvl5pPr marL="2286000" lvl="4" indent="-406400" algn="l">
              <a:lnSpc>
                <a:spcPct val="100000"/>
              </a:lnSpc>
              <a:spcBef>
                <a:spcPts val="1900"/>
              </a:spcBef>
              <a:spcAft>
                <a:spcPts val="0"/>
              </a:spcAft>
              <a:buClr>
                <a:srgbClr val="47977C"/>
              </a:buClr>
              <a:buSzPts val="2800"/>
              <a:buFont typeface="Gill Sans"/>
              <a:buChar char="•"/>
              <a:defRPr sz="2800"/>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81" name="Google Shape;181;p47"/>
          <p:cNvSpPr txBox="1">
            <a:spLocks noGrp="1"/>
          </p:cNvSpPr>
          <p:nvPr>
            <p:ph type="body" idx="2"/>
          </p:nvPr>
        </p:nvSpPr>
        <p:spPr>
          <a:xfrm>
            <a:off x="1419302" y="3549550"/>
            <a:ext cx="3207294" cy="4830466"/>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900"/>
              </a:spcBef>
              <a:spcAft>
                <a:spcPts val="0"/>
              </a:spcAft>
              <a:buClr>
                <a:srgbClr val="FFFFFF"/>
              </a:buClr>
              <a:buSzPts val="2800"/>
              <a:buFont typeface="Gill Sans"/>
              <a:buNone/>
              <a:defRPr sz="28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82" name="Google Shape;182;p47"/>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lvl="0" indent="0" algn="r">
              <a:lnSpc>
                <a:spcPct val="100000"/>
              </a:lnSpc>
              <a:spcBef>
                <a:spcPts val="0"/>
              </a:spcBef>
              <a:spcAft>
                <a:spcPts val="0"/>
              </a:spcAft>
              <a:buClr>
                <a:srgbClr val="438F84"/>
              </a:buClr>
              <a:buSzPts val="4800"/>
              <a:buFont typeface="Gill Sans"/>
              <a:buNone/>
              <a:defRPr sz="4800">
                <a:solidFill>
                  <a:srgbClr val="438F84"/>
                </a:solidFill>
              </a:defRPr>
            </a:lvl1pPr>
            <a:lvl2pPr marL="0" lvl="1" indent="0" algn="r">
              <a:lnSpc>
                <a:spcPct val="100000"/>
              </a:lnSpc>
              <a:spcBef>
                <a:spcPts val="0"/>
              </a:spcBef>
              <a:spcAft>
                <a:spcPts val="0"/>
              </a:spcAft>
              <a:buClr>
                <a:srgbClr val="438F84"/>
              </a:buClr>
              <a:buSzPts val="4800"/>
              <a:buFont typeface="Gill Sans"/>
              <a:buNone/>
              <a:defRPr sz="4800">
                <a:solidFill>
                  <a:srgbClr val="438F84"/>
                </a:solidFill>
              </a:defRPr>
            </a:lvl2pPr>
            <a:lvl3pPr marL="0" lvl="2" indent="0" algn="r">
              <a:lnSpc>
                <a:spcPct val="100000"/>
              </a:lnSpc>
              <a:spcBef>
                <a:spcPts val="0"/>
              </a:spcBef>
              <a:spcAft>
                <a:spcPts val="0"/>
              </a:spcAft>
              <a:buClr>
                <a:srgbClr val="438F84"/>
              </a:buClr>
              <a:buSzPts val="4800"/>
              <a:buFont typeface="Gill Sans"/>
              <a:buNone/>
              <a:defRPr sz="4800">
                <a:solidFill>
                  <a:srgbClr val="438F84"/>
                </a:solidFill>
              </a:defRPr>
            </a:lvl3pPr>
            <a:lvl4pPr marL="0" lvl="3" indent="0" algn="r">
              <a:lnSpc>
                <a:spcPct val="100000"/>
              </a:lnSpc>
              <a:spcBef>
                <a:spcPts val="0"/>
              </a:spcBef>
              <a:spcAft>
                <a:spcPts val="0"/>
              </a:spcAft>
              <a:buClr>
                <a:srgbClr val="438F84"/>
              </a:buClr>
              <a:buSzPts val="4800"/>
              <a:buFont typeface="Gill Sans"/>
              <a:buNone/>
              <a:defRPr sz="4800">
                <a:solidFill>
                  <a:srgbClr val="438F84"/>
                </a:solidFill>
              </a:defRPr>
            </a:lvl4pPr>
            <a:lvl5pPr marL="0" lvl="4" indent="0" algn="r">
              <a:lnSpc>
                <a:spcPct val="100000"/>
              </a:lnSpc>
              <a:spcBef>
                <a:spcPts val="0"/>
              </a:spcBef>
              <a:spcAft>
                <a:spcPts val="0"/>
              </a:spcAft>
              <a:buClr>
                <a:srgbClr val="438F84"/>
              </a:buClr>
              <a:buSzPts val="4800"/>
              <a:buFont typeface="Gill Sans"/>
              <a:buNone/>
              <a:defRPr sz="4800">
                <a:solidFill>
                  <a:srgbClr val="438F84"/>
                </a:solidFill>
              </a:defRPr>
            </a:lvl5pPr>
            <a:lvl6pPr marL="0" lvl="5" indent="0" algn="r">
              <a:lnSpc>
                <a:spcPct val="100000"/>
              </a:lnSpc>
              <a:spcBef>
                <a:spcPts val="0"/>
              </a:spcBef>
              <a:spcAft>
                <a:spcPts val="0"/>
              </a:spcAft>
              <a:buClr>
                <a:srgbClr val="438F84"/>
              </a:buClr>
              <a:buSzPts val="4800"/>
              <a:buFont typeface="Gill Sans"/>
              <a:buNone/>
              <a:defRPr sz="4800">
                <a:solidFill>
                  <a:srgbClr val="438F84"/>
                </a:solidFill>
              </a:defRPr>
            </a:lvl6pPr>
            <a:lvl7pPr marL="0" lvl="6" indent="0" algn="r">
              <a:lnSpc>
                <a:spcPct val="100000"/>
              </a:lnSpc>
              <a:spcBef>
                <a:spcPts val="0"/>
              </a:spcBef>
              <a:spcAft>
                <a:spcPts val="0"/>
              </a:spcAft>
              <a:buClr>
                <a:srgbClr val="438F84"/>
              </a:buClr>
              <a:buSzPts val="4800"/>
              <a:buFont typeface="Gill Sans"/>
              <a:buNone/>
              <a:defRPr sz="4800">
                <a:solidFill>
                  <a:srgbClr val="438F84"/>
                </a:solidFill>
              </a:defRPr>
            </a:lvl7pPr>
            <a:lvl8pPr marL="0" lvl="7" indent="0" algn="r">
              <a:lnSpc>
                <a:spcPct val="100000"/>
              </a:lnSpc>
              <a:spcBef>
                <a:spcPts val="0"/>
              </a:spcBef>
              <a:spcAft>
                <a:spcPts val="0"/>
              </a:spcAft>
              <a:buClr>
                <a:srgbClr val="438F84"/>
              </a:buClr>
              <a:buSzPts val="4800"/>
              <a:buFont typeface="Gill Sans"/>
              <a:buNone/>
              <a:defRPr sz="4800">
                <a:solidFill>
                  <a:srgbClr val="438F84"/>
                </a:solidFill>
              </a:defRPr>
            </a:lvl8pPr>
            <a:lvl9pPr marL="0" lvl="8" indent="0" algn="r">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Title, Bullets &amp; Photo">
  <p:cSld name="Title, Bullets &amp; Photo">
    <p:spTree>
      <p:nvGrpSpPr>
        <p:cNvPr id="1" name="Shape 183"/>
        <p:cNvGrpSpPr/>
        <p:nvPr/>
      </p:nvGrpSpPr>
      <p:grpSpPr>
        <a:xfrm>
          <a:off x="0" y="0"/>
          <a:ext cx="0" cy="0"/>
          <a:chOff x="0" y="0"/>
          <a:chExt cx="0" cy="0"/>
        </a:xfrm>
      </p:grpSpPr>
      <p:sp>
        <p:nvSpPr>
          <p:cNvPr id="184" name="Google Shape;184;p48"/>
          <p:cNvSpPr/>
          <p:nvPr/>
        </p:nvSpPr>
        <p:spPr>
          <a:xfrm>
            <a:off x="656430" y="3194744"/>
            <a:ext cx="6721296" cy="5901235"/>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185" name="Google Shape;185;p48"/>
          <p:cNvSpPr>
            <a:spLocks noGrp="1"/>
          </p:cNvSpPr>
          <p:nvPr>
            <p:ph type="pic" idx="2"/>
          </p:nvPr>
        </p:nvSpPr>
        <p:spPr>
          <a:xfrm>
            <a:off x="2469800" y="651271"/>
            <a:ext cx="15024101" cy="8451058"/>
          </a:xfrm>
          <a:prstGeom prst="rect">
            <a:avLst/>
          </a:prstGeom>
          <a:noFill/>
          <a:ln>
            <a:noFill/>
          </a:ln>
        </p:spPr>
        <p:txBody>
          <a:bodyPr/>
          <a:lstStyle/>
          <a:p>
            <a:endParaRPr lang="en-GB"/>
          </a:p>
        </p:txBody>
      </p:sp>
      <p:sp>
        <p:nvSpPr>
          <p:cNvPr id="186" name="Google Shape;186;p48"/>
          <p:cNvSpPr/>
          <p:nvPr/>
        </p:nvSpPr>
        <p:spPr>
          <a:xfrm>
            <a:off x="650080" y="651271"/>
            <a:ext cx="6733996"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87" name="Google Shape;187;p48"/>
          <p:cNvSpPr txBox="1">
            <a:spLocks noGrp="1"/>
          </p:cNvSpPr>
          <p:nvPr>
            <p:ph type="title"/>
          </p:nvPr>
        </p:nvSpPr>
        <p:spPr>
          <a:xfrm>
            <a:off x="1034691" y="967794"/>
            <a:ext cx="5964775" cy="1660298"/>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88" name="Google Shape;188;p48"/>
          <p:cNvSpPr txBox="1">
            <a:spLocks noGrp="1"/>
          </p:cNvSpPr>
          <p:nvPr>
            <p:ph type="body" idx="1"/>
          </p:nvPr>
        </p:nvSpPr>
        <p:spPr>
          <a:xfrm>
            <a:off x="1034691" y="3513435"/>
            <a:ext cx="5964774" cy="5263853"/>
          </a:xfrm>
          <a:prstGeom prst="rect">
            <a:avLst/>
          </a:prstGeom>
          <a:noFill/>
          <a:ln>
            <a:noFill/>
          </a:ln>
        </p:spPr>
        <p:txBody>
          <a:bodyPr spcFirstLastPara="1" wrap="square" lIns="27075" tIns="27075" rIns="27075" bIns="27075" anchor="ctr" anchorCtr="0">
            <a:normAutofit/>
          </a:bodyPr>
          <a:lstStyle>
            <a:lvl1pPr marL="457200" lvl="0" indent="-406400" algn="l">
              <a:lnSpc>
                <a:spcPct val="100000"/>
              </a:lnSpc>
              <a:spcBef>
                <a:spcPts val="1900"/>
              </a:spcBef>
              <a:spcAft>
                <a:spcPts val="0"/>
              </a:spcAft>
              <a:buClr>
                <a:srgbClr val="47977C"/>
              </a:buClr>
              <a:buSzPts val="2800"/>
              <a:buFont typeface="Gill Sans"/>
              <a:buChar char="•"/>
              <a:defRPr sz="2800"/>
            </a:lvl1pPr>
            <a:lvl2pPr marL="914400" lvl="1" indent="-406400" algn="l">
              <a:lnSpc>
                <a:spcPct val="100000"/>
              </a:lnSpc>
              <a:spcBef>
                <a:spcPts val="1900"/>
              </a:spcBef>
              <a:spcAft>
                <a:spcPts val="0"/>
              </a:spcAft>
              <a:buClr>
                <a:srgbClr val="47977C"/>
              </a:buClr>
              <a:buSzPts val="2800"/>
              <a:buFont typeface="Gill Sans"/>
              <a:buChar char="•"/>
              <a:defRPr sz="2800"/>
            </a:lvl2pPr>
            <a:lvl3pPr marL="1371600" lvl="2" indent="-406400" algn="l">
              <a:lnSpc>
                <a:spcPct val="100000"/>
              </a:lnSpc>
              <a:spcBef>
                <a:spcPts val="1900"/>
              </a:spcBef>
              <a:spcAft>
                <a:spcPts val="0"/>
              </a:spcAft>
              <a:buClr>
                <a:srgbClr val="47977C"/>
              </a:buClr>
              <a:buSzPts val="2800"/>
              <a:buFont typeface="Gill Sans"/>
              <a:buChar char="•"/>
              <a:defRPr sz="2800"/>
            </a:lvl3pPr>
            <a:lvl4pPr marL="1828800" lvl="3" indent="-406400" algn="l">
              <a:lnSpc>
                <a:spcPct val="100000"/>
              </a:lnSpc>
              <a:spcBef>
                <a:spcPts val="1900"/>
              </a:spcBef>
              <a:spcAft>
                <a:spcPts val="0"/>
              </a:spcAft>
              <a:buClr>
                <a:srgbClr val="47977C"/>
              </a:buClr>
              <a:buSzPts val="2800"/>
              <a:buFont typeface="Gill Sans"/>
              <a:buChar char="•"/>
              <a:defRPr sz="2800"/>
            </a:lvl4pPr>
            <a:lvl5pPr marL="2286000" lvl="4" indent="-406400" algn="l">
              <a:lnSpc>
                <a:spcPct val="100000"/>
              </a:lnSpc>
              <a:spcBef>
                <a:spcPts val="1900"/>
              </a:spcBef>
              <a:spcAft>
                <a:spcPts val="0"/>
              </a:spcAft>
              <a:buClr>
                <a:srgbClr val="47977C"/>
              </a:buClr>
              <a:buSzPts val="2800"/>
              <a:buFont typeface="Gill Sans"/>
              <a:buChar char="•"/>
              <a:defRPr sz="2800"/>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189" name="Google Shape;189;p48"/>
          <p:cNvSpPr txBox="1">
            <a:spLocks noGrp="1"/>
          </p:cNvSpPr>
          <p:nvPr>
            <p:ph type="sldNum" idx="12"/>
          </p:nvPr>
        </p:nvSpPr>
        <p:spPr>
          <a:xfrm>
            <a:off x="11028082"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190"/>
        <p:cNvGrpSpPr/>
        <p:nvPr/>
      </p:nvGrpSpPr>
      <p:grpSpPr>
        <a:xfrm>
          <a:off x="0" y="0"/>
          <a:ext cx="0" cy="0"/>
          <a:chOff x="0" y="0"/>
          <a:chExt cx="0" cy="0"/>
        </a:xfrm>
      </p:grpSpPr>
      <p:sp>
        <p:nvSpPr>
          <p:cNvPr id="191" name="Google Shape;191;p49"/>
          <p:cNvSpPr/>
          <p:nvPr/>
        </p:nvSpPr>
        <p:spPr>
          <a:xfrm>
            <a:off x="656430" y="3194744"/>
            <a:ext cx="11691940" cy="5901235"/>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192" name="Google Shape;192;p49"/>
          <p:cNvSpPr/>
          <p:nvPr/>
        </p:nvSpPr>
        <p:spPr>
          <a:xfrm>
            <a:off x="10013012" y="651271"/>
            <a:ext cx="2341708"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93" name="Google Shape;193;p49"/>
          <p:cNvSpPr/>
          <p:nvPr/>
        </p:nvSpPr>
        <p:spPr>
          <a:xfrm>
            <a:off x="650080" y="651271"/>
            <a:ext cx="9119153"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94" name="Google Shape;194;p49"/>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195" name="Google Shape;195;p49"/>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Bullets">
  <p:cSld name="Bullets">
    <p:spTree>
      <p:nvGrpSpPr>
        <p:cNvPr id="1" name="Shape 196"/>
        <p:cNvGrpSpPr/>
        <p:nvPr/>
      </p:nvGrpSpPr>
      <p:grpSpPr>
        <a:xfrm>
          <a:off x="0" y="0"/>
          <a:ext cx="0" cy="0"/>
          <a:chOff x="0" y="0"/>
          <a:chExt cx="0" cy="0"/>
        </a:xfrm>
      </p:grpSpPr>
      <p:sp>
        <p:nvSpPr>
          <p:cNvPr id="197" name="Google Shape;197;p50"/>
          <p:cNvSpPr/>
          <p:nvPr/>
        </p:nvSpPr>
        <p:spPr>
          <a:xfrm>
            <a:off x="656430" y="657621"/>
            <a:ext cx="10922719" cy="8438358"/>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198" name="Google Shape;198;p50"/>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199" name="Google Shape;199;p50"/>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00" name="Google Shape;200;p50"/>
          <p:cNvSpPr txBox="1">
            <a:spLocks noGrp="1"/>
          </p:cNvSpPr>
          <p:nvPr>
            <p:ph type="body" idx="1"/>
          </p:nvPr>
        </p:nvSpPr>
        <p:spPr>
          <a:xfrm>
            <a:off x="1034691" y="976312"/>
            <a:ext cx="8562550" cy="7800976"/>
          </a:xfrm>
          <a:prstGeom prst="rect">
            <a:avLst/>
          </a:prstGeom>
          <a:noFill/>
          <a:ln>
            <a:noFill/>
          </a:ln>
        </p:spPr>
        <p:txBody>
          <a:bodyPr spcFirstLastPara="1" wrap="square" lIns="27075" tIns="27075" rIns="27075" bIns="27075" anchor="ctr" anchorCtr="0">
            <a:normAutofit/>
          </a:bodyPr>
          <a:lstStyle>
            <a:lvl1pPr marL="457200" lvl="0" indent="-406400" algn="l">
              <a:lnSpc>
                <a:spcPct val="100000"/>
              </a:lnSpc>
              <a:spcBef>
                <a:spcPts val="1900"/>
              </a:spcBef>
              <a:spcAft>
                <a:spcPts val="0"/>
              </a:spcAft>
              <a:buClr>
                <a:srgbClr val="47977C"/>
              </a:buClr>
              <a:buSzPts val="2800"/>
              <a:buFont typeface="Gill Sans"/>
              <a:buChar char="•"/>
              <a:defRPr sz="2800"/>
            </a:lvl1pPr>
            <a:lvl2pPr marL="914400" lvl="1" indent="-406400" algn="l">
              <a:lnSpc>
                <a:spcPct val="100000"/>
              </a:lnSpc>
              <a:spcBef>
                <a:spcPts val="1900"/>
              </a:spcBef>
              <a:spcAft>
                <a:spcPts val="0"/>
              </a:spcAft>
              <a:buClr>
                <a:srgbClr val="47977C"/>
              </a:buClr>
              <a:buSzPts val="2800"/>
              <a:buFont typeface="Gill Sans"/>
              <a:buChar char="•"/>
              <a:defRPr sz="2800"/>
            </a:lvl2pPr>
            <a:lvl3pPr marL="1371600" lvl="2" indent="-406400" algn="l">
              <a:lnSpc>
                <a:spcPct val="100000"/>
              </a:lnSpc>
              <a:spcBef>
                <a:spcPts val="1900"/>
              </a:spcBef>
              <a:spcAft>
                <a:spcPts val="0"/>
              </a:spcAft>
              <a:buClr>
                <a:srgbClr val="47977C"/>
              </a:buClr>
              <a:buSzPts val="2800"/>
              <a:buFont typeface="Gill Sans"/>
              <a:buChar char="•"/>
              <a:defRPr sz="2800"/>
            </a:lvl3pPr>
            <a:lvl4pPr marL="1828800" lvl="3" indent="-406400" algn="l">
              <a:lnSpc>
                <a:spcPct val="100000"/>
              </a:lnSpc>
              <a:spcBef>
                <a:spcPts val="1900"/>
              </a:spcBef>
              <a:spcAft>
                <a:spcPts val="0"/>
              </a:spcAft>
              <a:buClr>
                <a:srgbClr val="47977C"/>
              </a:buClr>
              <a:buSzPts val="2800"/>
              <a:buFont typeface="Gill Sans"/>
              <a:buChar char="•"/>
              <a:defRPr sz="2800"/>
            </a:lvl4pPr>
            <a:lvl5pPr marL="2286000" lvl="4" indent="-406400" algn="l">
              <a:lnSpc>
                <a:spcPct val="100000"/>
              </a:lnSpc>
              <a:spcBef>
                <a:spcPts val="1900"/>
              </a:spcBef>
              <a:spcAft>
                <a:spcPts val="0"/>
              </a:spcAft>
              <a:buClr>
                <a:srgbClr val="47977C"/>
              </a:buClr>
              <a:buSzPts val="2800"/>
              <a:buFont typeface="Gill Sans"/>
              <a:buChar char="•"/>
              <a:defRPr sz="2800"/>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01" name="Google Shape;201;p50"/>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lvl="0" indent="0" algn="r">
              <a:lnSpc>
                <a:spcPct val="100000"/>
              </a:lnSpc>
              <a:spcBef>
                <a:spcPts val="0"/>
              </a:spcBef>
              <a:spcAft>
                <a:spcPts val="0"/>
              </a:spcAft>
              <a:buClr>
                <a:srgbClr val="438F84"/>
              </a:buClr>
              <a:buSzPts val="4800"/>
              <a:buFont typeface="Gill Sans"/>
              <a:buNone/>
              <a:defRPr sz="4800">
                <a:solidFill>
                  <a:srgbClr val="438F84"/>
                </a:solidFill>
              </a:defRPr>
            </a:lvl1pPr>
            <a:lvl2pPr marL="0" lvl="1" indent="0" algn="r">
              <a:lnSpc>
                <a:spcPct val="100000"/>
              </a:lnSpc>
              <a:spcBef>
                <a:spcPts val="0"/>
              </a:spcBef>
              <a:spcAft>
                <a:spcPts val="0"/>
              </a:spcAft>
              <a:buClr>
                <a:srgbClr val="438F84"/>
              </a:buClr>
              <a:buSzPts val="4800"/>
              <a:buFont typeface="Gill Sans"/>
              <a:buNone/>
              <a:defRPr sz="4800">
                <a:solidFill>
                  <a:srgbClr val="438F84"/>
                </a:solidFill>
              </a:defRPr>
            </a:lvl2pPr>
            <a:lvl3pPr marL="0" lvl="2" indent="0" algn="r">
              <a:lnSpc>
                <a:spcPct val="100000"/>
              </a:lnSpc>
              <a:spcBef>
                <a:spcPts val="0"/>
              </a:spcBef>
              <a:spcAft>
                <a:spcPts val="0"/>
              </a:spcAft>
              <a:buClr>
                <a:srgbClr val="438F84"/>
              </a:buClr>
              <a:buSzPts val="4800"/>
              <a:buFont typeface="Gill Sans"/>
              <a:buNone/>
              <a:defRPr sz="4800">
                <a:solidFill>
                  <a:srgbClr val="438F84"/>
                </a:solidFill>
              </a:defRPr>
            </a:lvl3pPr>
            <a:lvl4pPr marL="0" lvl="3" indent="0" algn="r">
              <a:lnSpc>
                <a:spcPct val="100000"/>
              </a:lnSpc>
              <a:spcBef>
                <a:spcPts val="0"/>
              </a:spcBef>
              <a:spcAft>
                <a:spcPts val="0"/>
              </a:spcAft>
              <a:buClr>
                <a:srgbClr val="438F84"/>
              </a:buClr>
              <a:buSzPts val="4800"/>
              <a:buFont typeface="Gill Sans"/>
              <a:buNone/>
              <a:defRPr sz="4800">
                <a:solidFill>
                  <a:srgbClr val="438F84"/>
                </a:solidFill>
              </a:defRPr>
            </a:lvl4pPr>
            <a:lvl5pPr marL="0" lvl="4" indent="0" algn="r">
              <a:lnSpc>
                <a:spcPct val="100000"/>
              </a:lnSpc>
              <a:spcBef>
                <a:spcPts val="0"/>
              </a:spcBef>
              <a:spcAft>
                <a:spcPts val="0"/>
              </a:spcAft>
              <a:buClr>
                <a:srgbClr val="438F84"/>
              </a:buClr>
              <a:buSzPts val="4800"/>
              <a:buFont typeface="Gill Sans"/>
              <a:buNone/>
              <a:defRPr sz="4800">
                <a:solidFill>
                  <a:srgbClr val="438F84"/>
                </a:solidFill>
              </a:defRPr>
            </a:lvl5pPr>
            <a:lvl6pPr marL="0" lvl="5" indent="0" algn="r">
              <a:lnSpc>
                <a:spcPct val="100000"/>
              </a:lnSpc>
              <a:spcBef>
                <a:spcPts val="0"/>
              </a:spcBef>
              <a:spcAft>
                <a:spcPts val="0"/>
              </a:spcAft>
              <a:buClr>
                <a:srgbClr val="438F84"/>
              </a:buClr>
              <a:buSzPts val="4800"/>
              <a:buFont typeface="Gill Sans"/>
              <a:buNone/>
              <a:defRPr sz="4800">
                <a:solidFill>
                  <a:srgbClr val="438F84"/>
                </a:solidFill>
              </a:defRPr>
            </a:lvl6pPr>
            <a:lvl7pPr marL="0" lvl="6" indent="0" algn="r">
              <a:lnSpc>
                <a:spcPct val="100000"/>
              </a:lnSpc>
              <a:spcBef>
                <a:spcPts val="0"/>
              </a:spcBef>
              <a:spcAft>
                <a:spcPts val="0"/>
              </a:spcAft>
              <a:buClr>
                <a:srgbClr val="438F84"/>
              </a:buClr>
              <a:buSzPts val="4800"/>
              <a:buFont typeface="Gill Sans"/>
              <a:buNone/>
              <a:defRPr sz="4800">
                <a:solidFill>
                  <a:srgbClr val="438F84"/>
                </a:solidFill>
              </a:defRPr>
            </a:lvl7pPr>
            <a:lvl8pPr marL="0" lvl="7" indent="0" algn="r">
              <a:lnSpc>
                <a:spcPct val="100000"/>
              </a:lnSpc>
              <a:spcBef>
                <a:spcPts val="0"/>
              </a:spcBef>
              <a:spcAft>
                <a:spcPts val="0"/>
              </a:spcAft>
              <a:buClr>
                <a:srgbClr val="438F84"/>
              </a:buClr>
              <a:buSzPts val="4800"/>
              <a:buFont typeface="Gill Sans"/>
              <a:buNone/>
              <a:defRPr sz="4800">
                <a:solidFill>
                  <a:srgbClr val="438F84"/>
                </a:solidFill>
              </a:defRPr>
            </a:lvl8pPr>
            <a:lvl9pPr marL="0" lvl="8" indent="0" algn="r">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202"/>
        <p:cNvGrpSpPr/>
        <p:nvPr/>
      </p:nvGrpSpPr>
      <p:grpSpPr>
        <a:xfrm>
          <a:off x="0" y="0"/>
          <a:ext cx="0" cy="0"/>
          <a:chOff x="0" y="0"/>
          <a:chExt cx="0" cy="0"/>
        </a:xfrm>
      </p:grpSpPr>
      <p:sp>
        <p:nvSpPr>
          <p:cNvPr id="203" name="Google Shape;203;p51"/>
          <p:cNvSpPr/>
          <p:nvPr/>
        </p:nvSpPr>
        <p:spPr>
          <a:xfrm>
            <a:off x="656430" y="657621"/>
            <a:ext cx="10922719" cy="8438358"/>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204" name="Google Shape;204;p51"/>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05" name="Google Shape;205;p51"/>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06" name="Google Shape;206;p51"/>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lvl="0" indent="0" algn="r">
              <a:lnSpc>
                <a:spcPct val="100000"/>
              </a:lnSpc>
              <a:spcBef>
                <a:spcPts val="0"/>
              </a:spcBef>
              <a:spcAft>
                <a:spcPts val="0"/>
              </a:spcAft>
              <a:buClr>
                <a:srgbClr val="438F84"/>
              </a:buClr>
              <a:buSzPts val="4800"/>
              <a:buFont typeface="Gill Sans"/>
              <a:buNone/>
              <a:defRPr sz="4800">
                <a:solidFill>
                  <a:srgbClr val="438F84"/>
                </a:solidFill>
              </a:defRPr>
            </a:lvl1pPr>
            <a:lvl2pPr marL="0" lvl="1" indent="0" algn="r">
              <a:lnSpc>
                <a:spcPct val="100000"/>
              </a:lnSpc>
              <a:spcBef>
                <a:spcPts val="0"/>
              </a:spcBef>
              <a:spcAft>
                <a:spcPts val="0"/>
              </a:spcAft>
              <a:buClr>
                <a:srgbClr val="438F84"/>
              </a:buClr>
              <a:buSzPts val="4800"/>
              <a:buFont typeface="Gill Sans"/>
              <a:buNone/>
              <a:defRPr sz="4800">
                <a:solidFill>
                  <a:srgbClr val="438F84"/>
                </a:solidFill>
              </a:defRPr>
            </a:lvl2pPr>
            <a:lvl3pPr marL="0" lvl="2" indent="0" algn="r">
              <a:lnSpc>
                <a:spcPct val="100000"/>
              </a:lnSpc>
              <a:spcBef>
                <a:spcPts val="0"/>
              </a:spcBef>
              <a:spcAft>
                <a:spcPts val="0"/>
              </a:spcAft>
              <a:buClr>
                <a:srgbClr val="438F84"/>
              </a:buClr>
              <a:buSzPts val="4800"/>
              <a:buFont typeface="Gill Sans"/>
              <a:buNone/>
              <a:defRPr sz="4800">
                <a:solidFill>
                  <a:srgbClr val="438F84"/>
                </a:solidFill>
              </a:defRPr>
            </a:lvl3pPr>
            <a:lvl4pPr marL="0" lvl="3" indent="0" algn="r">
              <a:lnSpc>
                <a:spcPct val="100000"/>
              </a:lnSpc>
              <a:spcBef>
                <a:spcPts val="0"/>
              </a:spcBef>
              <a:spcAft>
                <a:spcPts val="0"/>
              </a:spcAft>
              <a:buClr>
                <a:srgbClr val="438F84"/>
              </a:buClr>
              <a:buSzPts val="4800"/>
              <a:buFont typeface="Gill Sans"/>
              <a:buNone/>
              <a:defRPr sz="4800">
                <a:solidFill>
                  <a:srgbClr val="438F84"/>
                </a:solidFill>
              </a:defRPr>
            </a:lvl4pPr>
            <a:lvl5pPr marL="0" lvl="4" indent="0" algn="r">
              <a:lnSpc>
                <a:spcPct val="100000"/>
              </a:lnSpc>
              <a:spcBef>
                <a:spcPts val="0"/>
              </a:spcBef>
              <a:spcAft>
                <a:spcPts val="0"/>
              </a:spcAft>
              <a:buClr>
                <a:srgbClr val="438F84"/>
              </a:buClr>
              <a:buSzPts val="4800"/>
              <a:buFont typeface="Gill Sans"/>
              <a:buNone/>
              <a:defRPr sz="4800">
                <a:solidFill>
                  <a:srgbClr val="438F84"/>
                </a:solidFill>
              </a:defRPr>
            </a:lvl5pPr>
            <a:lvl6pPr marL="0" lvl="5" indent="0" algn="r">
              <a:lnSpc>
                <a:spcPct val="100000"/>
              </a:lnSpc>
              <a:spcBef>
                <a:spcPts val="0"/>
              </a:spcBef>
              <a:spcAft>
                <a:spcPts val="0"/>
              </a:spcAft>
              <a:buClr>
                <a:srgbClr val="438F84"/>
              </a:buClr>
              <a:buSzPts val="4800"/>
              <a:buFont typeface="Gill Sans"/>
              <a:buNone/>
              <a:defRPr sz="4800">
                <a:solidFill>
                  <a:srgbClr val="438F84"/>
                </a:solidFill>
              </a:defRPr>
            </a:lvl6pPr>
            <a:lvl7pPr marL="0" lvl="6" indent="0" algn="r">
              <a:lnSpc>
                <a:spcPct val="100000"/>
              </a:lnSpc>
              <a:spcBef>
                <a:spcPts val="0"/>
              </a:spcBef>
              <a:spcAft>
                <a:spcPts val="0"/>
              </a:spcAft>
              <a:buClr>
                <a:srgbClr val="438F84"/>
              </a:buClr>
              <a:buSzPts val="4800"/>
              <a:buFont typeface="Gill Sans"/>
              <a:buNone/>
              <a:defRPr sz="4800">
                <a:solidFill>
                  <a:srgbClr val="438F84"/>
                </a:solidFill>
              </a:defRPr>
            </a:lvl7pPr>
            <a:lvl8pPr marL="0" lvl="7" indent="0" algn="r">
              <a:lnSpc>
                <a:spcPct val="100000"/>
              </a:lnSpc>
              <a:spcBef>
                <a:spcPts val="0"/>
              </a:spcBef>
              <a:spcAft>
                <a:spcPts val="0"/>
              </a:spcAft>
              <a:buClr>
                <a:srgbClr val="438F84"/>
              </a:buClr>
              <a:buSzPts val="4800"/>
              <a:buFont typeface="Gill Sans"/>
              <a:buNone/>
              <a:defRPr sz="4800">
                <a:solidFill>
                  <a:srgbClr val="438F84"/>
                </a:solidFill>
              </a:defRPr>
            </a:lvl8pPr>
            <a:lvl9pPr marL="0" lvl="8" indent="0" algn="r">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Photo - Portrait">
  <p:cSld name="Photo - Portrait">
    <p:spTree>
      <p:nvGrpSpPr>
        <p:cNvPr id="1" name="Shape 207"/>
        <p:cNvGrpSpPr/>
        <p:nvPr/>
      </p:nvGrpSpPr>
      <p:grpSpPr>
        <a:xfrm>
          <a:off x="0" y="0"/>
          <a:ext cx="0" cy="0"/>
          <a:chOff x="0" y="0"/>
          <a:chExt cx="0" cy="0"/>
        </a:xfrm>
      </p:grpSpPr>
      <p:sp>
        <p:nvSpPr>
          <p:cNvPr id="208" name="Google Shape;208;p52"/>
          <p:cNvSpPr/>
          <p:nvPr/>
        </p:nvSpPr>
        <p:spPr>
          <a:xfrm>
            <a:off x="5620725" y="651271"/>
            <a:ext cx="5964775"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09" name="Google Shape;209;p52"/>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10" name="Google Shape;210;p52"/>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11" name="Google Shape;211;p52"/>
          <p:cNvSpPr txBox="1">
            <a:spLocks noGrp="1"/>
          </p:cNvSpPr>
          <p:nvPr>
            <p:ph type="title"/>
          </p:nvPr>
        </p:nvSpPr>
        <p:spPr>
          <a:xfrm>
            <a:off x="6389945" y="2339677"/>
            <a:ext cx="4426334" cy="2175967"/>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12" name="Google Shape;212;p52"/>
          <p:cNvSpPr txBox="1">
            <a:spLocks noGrp="1"/>
          </p:cNvSpPr>
          <p:nvPr>
            <p:ph type="body" idx="1"/>
          </p:nvPr>
        </p:nvSpPr>
        <p:spPr>
          <a:xfrm>
            <a:off x="6389946" y="4515643"/>
            <a:ext cx="4426333" cy="3864373"/>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1900"/>
              </a:spcBef>
              <a:spcAft>
                <a:spcPts val="0"/>
              </a:spcAft>
              <a:buClr>
                <a:srgbClr val="FFFFFF"/>
              </a:buClr>
              <a:buSzPts val="2800"/>
              <a:buFont typeface="Gill Sans"/>
              <a:buNone/>
              <a:defRPr sz="2800">
                <a:solidFill>
                  <a:srgbClr val="FFFFFF"/>
                </a:solidFill>
              </a:defRPr>
            </a:lvl1pPr>
            <a:lvl2pPr marL="914400" lvl="1" indent="-228600" algn="l">
              <a:lnSpc>
                <a:spcPct val="100000"/>
              </a:lnSpc>
              <a:spcBef>
                <a:spcPts val="1900"/>
              </a:spcBef>
              <a:spcAft>
                <a:spcPts val="0"/>
              </a:spcAft>
              <a:buClr>
                <a:srgbClr val="FFFFFF"/>
              </a:buClr>
              <a:buSzPts val="2800"/>
              <a:buFont typeface="Gill Sans"/>
              <a:buNone/>
              <a:defRPr sz="2800">
                <a:solidFill>
                  <a:srgbClr val="FFFFFF"/>
                </a:solidFill>
              </a:defRPr>
            </a:lvl2pPr>
            <a:lvl3pPr marL="1371600" lvl="2" indent="-228600" algn="l">
              <a:lnSpc>
                <a:spcPct val="100000"/>
              </a:lnSpc>
              <a:spcBef>
                <a:spcPts val="1900"/>
              </a:spcBef>
              <a:spcAft>
                <a:spcPts val="0"/>
              </a:spcAft>
              <a:buClr>
                <a:srgbClr val="FFFFFF"/>
              </a:buClr>
              <a:buSzPts val="2800"/>
              <a:buFont typeface="Gill Sans"/>
              <a:buNone/>
              <a:defRPr sz="2800">
                <a:solidFill>
                  <a:srgbClr val="FFFFFF"/>
                </a:solidFill>
              </a:defRPr>
            </a:lvl3pPr>
            <a:lvl4pPr marL="1828800" lvl="3" indent="-228600" algn="l">
              <a:lnSpc>
                <a:spcPct val="100000"/>
              </a:lnSpc>
              <a:spcBef>
                <a:spcPts val="1900"/>
              </a:spcBef>
              <a:spcAft>
                <a:spcPts val="0"/>
              </a:spcAft>
              <a:buClr>
                <a:srgbClr val="FFFFFF"/>
              </a:buClr>
              <a:buSzPts val="2800"/>
              <a:buFont typeface="Gill Sans"/>
              <a:buNone/>
              <a:defRPr sz="2800">
                <a:solidFill>
                  <a:srgbClr val="FFFFFF"/>
                </a:solidFill>
              </a:defRPr>
            </a:lvl4pPr>
            <a:lvl5pPr marL="2286000" lvl="4" indent="-228600" algn="l">
              <a:lnSpc>
                <a:spcPct val="100000"/>
              </a:lnSpc>
              <a:spcBef>
                <a:spcPts val="1900"/>
              </a:spcBef>
              <a:spcAft>
                <a:spcPts val="0"/>
              </a:spcAft>
              <a:buClr>
                <a:srgbClr val="FFFFFF"/>
              </a:buClr>
              <a:buSzPts val="2800"/>
              <a:buFont typeface="Gill Sans"/>
              <a:buNone/>
              <a:defRPr sz="28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13" name="Google Shape;213;p52"/>
          <p:cNvSpPr>
            <a:spLocks noGrp="1"/>
          </p:cNvSpPr>
          <p:nvPr>
            <p:ph type="pic" idx="2"/>
          </p:nvPr>
        </p:nvSpPr>
        <p:spPr>
          <a:xfrm>
            <a:off x="-4489102" y="651271"/>
            <a:ext cx="15024101" cy="8451058"/>
          </a:xfrm>
          <a:prstGeom prst="rect">
            <a:avLst/>
          </a:prstGeom>
          <a:noFill/>
          <a:ln>
            <a:noFill/>
          </a:ln>
        </p:spPr>
        <p:txBody>
          <a:bodyPr/>
          <a:lstStyle/>
          <a:p>
            <a:endParaRPr lang="en-GB"/>
          </a:p>
        </p:txBody>
      </p:sp>
      <p:sp>
        <p:nvSpPr>
          <p:cNvPr id="214" name="Google Shape;214;p52"/>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Photo - Portrait Right">
  <p:cSld name="Photo - Portrait Right">
    <p:spTree>
      <p:nvGrpSpPr>
        <p:cNvPr id="1" name="Shape 215"/>
        <p:cNvGrpSpPr/>
        <p:nvPr/>
      </p:nvGrpSpPr>
      <p:grpSpPr>
        <a:xfrm>
          <a:off x="0" y="0"/>
          <a:ext cx="0" cy="0"/>
          <a:chOff x="0" y="0"/>
          <a:chExt cx="0" cy="0"/>
        </a:xfrm>
      </p:grpSpPr>
      <p:sp>
        <p:nvSpPr>
          <p:cNvPr id="216" name="Google Shape;216;p53"/>
          <p:cNvSpPr>
            <a:spLocks noGrp="1"/>
          </p:cNvSpPr>
          <p:nvPr>
            <p:ph type="pic" idx="2"/>
          </p:nvPr>
        </p:nvSpPr>
        <p:spPr>
          <a:xfrm>
            <a:off x="2469705" y="651271"/>
            <a:ext cx="15024101" cy="8451058"/>
          </a:xfrm>
          <a:prstGeom prst="rect">
            <a:avLst/>
          </a:prstGeom>
          <a:noFill/>
          <a:ln>
            <a:noFill/>
          </a:ln>
        </p:spPr>
        <p:txBody>
          <a:bodyPr/>
          <a:lstStyle/>
          <a:p>
            <a:endParaRPr lang="en-GB"/>
          </a:p>
        </p:txBody>
      </p:sp>
      <p:sp>
        <p:nvSpPr>
          <p:cNvPr id="217" name="Google Shape;217;p53"/>
          <p:cNvSpPr/>
          <p:nvPr/>
        </p:nvSpPr>
        <p:spPr>
          <a:xfrm>
            <a:off x="650081" y="651271"/>
            <a:ext cx="6733994"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18" name="Google Shape;218;p53"/>
          <p:cNvSpPr txBox="1">
            <a:spLocks noGrp="1"/>
          </p:cNvSpPr>
          <p:nvPr>
            <p:ph type="title"/>
          </p:nvPr>
        </p:nvSpPr>
        <p:spPr>
          <a:xfrm>
            <a:off x="1419301" y="2339677"/>
            <a:ext cx="5195554" cy="2175967"/>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19" name="Google Shape;219;p53"/>
          <p:cNvSpPr txBox="1">
            <a:spLocks noGrp="1"/>
          </p:cNvSpPr>
          <p:nvPr>
            <p:ph type="body" idx="1"/>
          </p:nvPr>
        </p:nvSpPr>
        <p:spPr>
          <a:xfrm>
            <a:off x="1419302" y="4515643"/>
            <a:ext cx="5195552" cy="3864373"/>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1900"/>
              </a:spcBef>
              <a:spcAft>
                <a:spcPts val="0"/>
              </a:spcAft>
              <a:buClr>
                <a:srgbClr val="FFFFFF"/>
              </a:buClr>
              <a:buSzPts val="2800"/>
              <a:buFont typeface="Gill Sans"/>
              <a:buNone/>
              <a:defRPr sz="2800">
                <a:solidFill>
                  <a:srgbClr val="FFFFFF"/>
                </a:solidFill>
              </a:defRPr>
            </a:lvl1pPr>
            <a:lvl2pPr marL="914400" lvl="1" indent="-228600" algn="l">
              <a:lnSpc>
                <a:spcPct val="100000"/>
              </a:lnSpc>
              <a:spcBef>
                <a:spcPts val="1900"/>
              </a:spcBef>
              <a:spcAft>
                <a:spcPts val="0"/>
              </a:spcAft>
              <a:buClr>
                <a:srgbClr val="FFFFFF"/>
              </a:buClr>
              <a:buSzPts val="2800"/>
              <a:buFont typeface="Gill Sans"/>
              <a:buNone/>
              <a:defRPr sz="2800">
                <a:solidFill>
                  <a:srgbClr val="FFFFFF"/>
                </a:solidFill>
              </a:defRPr>
            </a:lvl2pPr>
            <a:lvl3pPr marL="1371600" lvl="2" indent="-228600" algn="l">
              <a:lnSpc>
                <a:spcPct val="100000"/>
              </a:lnSpc>
              <a:spcBef>
                <a:spcPts val="1900"/>
              </a:spcBef>
              <a:spcAft>
                <a:spcPts val="0"/>
              </a:spcAft>
              <a:buClr>
                <a:srgbClr val="FFFFFF"/>
              </a:buClr>
              <a:buSzPts val="2800"/>
              <a:buFont typeface="Gill Sans"/>
              <a:buNone/>
              <a:defRPr sz="2800">
                <a:solidFill>
                  <a:srgbClr val="FFFFFF"/>
                </a:solidFill>
              </a:defRPr>
            </a:lvl3pPr>
            <a:lvl4pPr marL="1828800" lvl="3" indent="-228600" algn="l">
              <a:lnSpc>
                <a:spcPct val="100000"/>
              </a:lnSpc>
              <a:spcBef>
                <a:spcPts val="1900"/>
              </a:spcBef>
              <a:spcAft>
                <a:spcPts val="0"/>
              </a:spcAft>
              <a:buClr>
                <a:srgbClr val="FFFFFF"/>
              </a:buClr>
              <a:buSzPts val="2800"/>
              <a:buFont typeface="Gill Sans"/>
              <a:buNone/>
              <a:defRPr sz="2800">
                <a:solidFill>
                  <a:srgbClr val="FFFFFF"/>
                </a:solidFill>
              </a:defRPr>
            </a:lvl4pPr>
            <a:lvl5pPr marL="2286000" lvl="4" indent="-228600" algn="l">
              <a:lnSpc>
                <a:spcPct val="100000"/>
              </a:lnSpc>
              <a:spcBef>
                <a:spcPts val="1900"/>
              </a:spcBef>
              <a:spcAft>
                <a:spcPts val="0"/>
              </a:spcAft>
              <a:buClr>
                <a:srgbClr val="FFFFFF"/>
              </a:buClr>
              <a:buSzPts val="2800"/>
              <a:buFont typeface="Gill Sans"/>
              <a:buNone/>
              <a:defRPr sz="28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20" name="Google Shape;220;p53"/>
          <p:cNvSpPr txBox="1">
            <a:spLocks noGrp="1"/>
          </p:cNvSpPr>
          <p:nvPr>
            <p:ph type="sldNum" idx="12"/>
          </p:nvPr>
        </p:nvSpPr>
        <p:spPr>
          <a:xfrm>
            <a:off x="11019770" y="813792"/>
            <a:ext cx="1110041"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Photo Columns - 3 Up">
  <p:cSld name="Photo Columns - 3 Up">
    <p:spTree>
      <p:nvGrpSpPr>
        <p:cNvPr id="1" name="Shape 221"/>
        <p:cNvGrpSpPr/>
        <p:nvPr/>
      </p:nvGrpSpPr>
      <p:grpSpPr>
        <a:xfrm>
          <a:off x="0" y="0"/>
          <a:ext cx="0" cy="0"/>
          <a:chOff x="0" y="0"/>
          <a:chExt cx="0" cy="0"/>
        </a:xfrm>
      </p:grpSpPr>
      <p:sp>
        <p:nvSpPr>
          <p:cNvPr id="222" name="Google Shape;222;p54"/>
          <p:cNvSpPr>
            <a:spLocks noGrp="1"/>
          </p:cNvSpPr>
          <p:nvPr>
            <p:ph type="pic" idx="2"/>
          </p:nvPr>
        </p:nvSpPr>
        <p:spPr>
          <a:xfrm>
            <a:off x="2966865" y="651271"/>
            <a:ext cx="15024101" cy="8451058"/>
          </a:xfrm>
          <a:prstGeom prst="rect">
            <a:avLst/>
          </a:prstGeom>
          <a:noFill/>
          <a:ln>
            <a:noFill/>
          </a:ln>
        </p:spPr>
        <p:txBody>
          <a:bodyPr/>
          <a:lstStyle/>
          <a:p>
            <a:endParaRPr lang="en-GB"/>
          </a:p>
        </p:txBody>
      </p:sp>
      <p:sp>
        <p:nvSpPr>
          <p:cNvPr id="223" name="Google Shape;223;p54"/>
          <p:cNvSpPr>
            <a:spLocks noGrp="1"/>
          </p:cNvSpPr>
          <p:nvPr>
            <p:ph type="pic" idx="3"/>
          </p:nvPr>
        </p:nvSpPr>
        <p:spPr>
          <a:xfrm>
            <a:off x="-4986166" y="651271"/>
            <a:ext cx="15024101" cy="8451058"/>
          </a:xfrm>
          <a:prstGeom prst="rect">
            <a:avLst/>
          </a:prstGeom>
          <a:noFill/>
          <a:ln>
            <a:noFill/>
          </a:ln>
        </p:spPr>
        <p:txBody>
          <a:bodyPr/>
          <a:lstStyle/>
          <a:p>
            <a:endParaRPr lang="en-GB"/>
          </a:p>
        </p:txBody>
      </p:sp>
      <p:sp>
        <p:nvSpPr>
          <p:cNvPr id="224" name="Google Shape;224;p54"/>
          <p:cNvSpPr>
            <a:spLocks noGrp="1"/>
          </p:cNvSpPr>
          <p:nvPr>
            <p:ph type="pic" idx="4"/>
          </p:nvPr>
        </p:nvSpPr>
        <p:spPr>
          <a:xfrm>
            <a:off x="-1009650" y="651271"/>
            <a:ext cx="15024100" cy="8451058"/>
          </a:xfrm>
          <a:prstGeom prst="rect">
            <a:avLst/>
          </a:prstGeom>
          <a:noFill/>
          <a:ln>
            <a:noFill/>
          </a:ln>
        </p:spPr>
        <p:txBody>
          <a:bodyPr/>
          <a:lstStyle/>
          <a:p>
            <a:endParaRPr lang="en-GB"/>
          </a:p>
        </p:txBody>
      </p:sp>
      <p:sp>
        <p:nvSpPr>
          <p:cNvPr id="225" name="Google Shape;225;p54"/>
          <p:cNvSpPr txBox="1">
            <a:spLocks noGrp="1"/>
          </p:cNvSpPr>
          <p:nvPr>
            <p:ph type="sldNum" idx="12"/>
          </p:nvPr>
        </p:nvSpPr>
        <p:spPr>
          <a:xfrm>
            <a:off x="11028040" y="813792"/>
            <a:ext cx="1110042"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Photo Grid - 3 Up">
  <p:cSld name="Photo Grid - 3 Up">
    <p:spTree>
      <p:nvGrpSpPr>
        <p:cNvPr id="1" name="Shape 226"/>
        <p:cNvGrpSpPr/>
        <p:nvPr/>
      </p:nvGrpSpPr>
      <p:grpSpPr>
        <a:xfrm>
          <a:off x="0" y="0"/>
          <a:ext cx="0" cy="0"/>
          <a:chOff x="0" y="0"/>
          <a:chExt cx="0" cy="0"/>
        </a:xfrm>
      </p:grpSpPr>
      <p:sp>
        <p:nvSpPr>
          <p:cNvPr id="227" name="Google Shape;227;p55"/>
          <p:cNvSpPr>
            <a:spLocks noGrp="1"/>
          </p:cNvSpPr>
          <p:nvPr>
            <p:ph type="pic" idx="2"/>
          </p:nvPr>
        </p:nvSpPr>
        <p:spPr>
          <a:xfrm>
            <a:off x="6831237" y="651271"/>
            <a:ext cx="7295357" cy="4103639"/>
          </a:xfrm>
          <a:prstGeom prst="rect">
            <a:avLst/>
          </a:prstGeom>
          <a:noFill/>
          <a:ln>
            <a:noFill/>
          </a:ln>
        </p:spPr>
        <p:txBody>
          <a:bodyPr/>
          <a:lstStyle/>
          <a:p>
            <a:endParaRPr lang="en-GB"/>
          </a:p>
        </p:txBody>
      </p:sp>
      <p:sp>
        <p:nvSpPr>
          <p:cNvPr id="228" name="Google Shape;228;p55"/>
          <p:cNvSpPr>
            <a:spLocks noGrp="1"/>
          </p:cNvSpPr>
          <p:nvPr>
            <p:ph type="pic" idx="3"/>
          </p:nvPr>
        </p:nvSpPr>
        <p:spPr>
          <a:xfrm>
            <a:off x="-2997908" y="651271"/>
            <a:ext cx="15024101" cy="8451058"/>
          </a:xfrm>
          <a:prstGeom prst="rect">
            <a:avLst/>
          </a:prstGeom>
          <a:noFill/>
          <a:ln>
            <a:noFill/>
          </a:ln>
        </p:spPr>
        <p:txBody>
          <a:bodyPr/>
          <a:lstStyle/>
          <a:p>
            <a:endParaRPr lang="en-GB"/>
          </a:p>
        </p:txBody>
      </p:sp>
      <p:sp>
        <p:nvSpPr>
          <p:cNvPr id="229" name="Google Shape;229;p55"/>
          <p:cNvSpPr>
            <a:spLocks noGrp="1"/>
          </p:cNvSpPr>
          <p:nvPr>
            <p:ph type="pic" idx="4"/>
          </p:nvPr>
        </p:nvSpPr>
        <p:spPr>
          <a:xfrm>
            <a:off x="6831237" y="4998690"/>
            <a:ext cx="7295357" cy="4103639"/>
          </a:xfrm>
          <a:prstGeom prst="rect">
            <a:avLst/>
          </a:prstGeom>
          <a:noFill/>
          <a:ln>
            <a:noFill/>
          </a:ln>
        </p:spPr>
        <p:txBody>
          <a:bodyPr/>
          <a:lstStyle/>
          <a:p>
            <a:endParaRPr lang="en-GB"/>
          </a:p>
        </p:txBody>
      </p:sp>
      <p:sp>
        <p:nvSpPr>
          <p:cNvPr id="230" name="Google Shape;230;p55"/>
          <p:cNvSpPr txBox="1">
            <a:spLocks noGrp="1"/>
          </p:cNvSpPr>
          <p:nvPr>
            <p:ph type="sldNum" idx="12"/>
          </p:nvPr>
        </p:nvSpPr>
        <p:spPr>
          <a:xfrm>
            <a:off x="11028040" y="813792"/>
            <a:ext cx="1110042"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aption - Left">
  <p:cSld name="Caption - Left">
    <p:spTree>
      <p:nvGrpSpPr>
        <p:cNvPr id="1" name="Shape 231"/>
        <p:cNvGrpSpPr/>
        <p:nvPr/>
      </p:nvGrpSpPr>
      <p:grpSpPr>
        <a:xfrm>
          <a:off x="0" y="0"/>
          <a:ext cx="0" cy="0"/>
          <a:chOff x="0" y="0"/>
          <a:chExt cx="0" cy="0"/>
        </a:xfrm>
      </p:grpSpPr>
      <p:sp>
        <p:nvSpPr>
          <p:cNvPr id="232" name="Google Shape;232;p56"/>
          <p:cNvSpPr txBox="1">
            <a:spLocks noGrp="1"/>
          </p:cNvSpPr>
          <p:nvPr>
            <p:ph type="title"/>
          </p:nvPr>
        </p:nvSpPr>
        <p:spPr>
          <a:xfrm>
            <a:off x="1034691" y="1012428"/>
            <a:ext cx="3976516" cy="2898280"/>
          </a:xfrm>
          <a:prstGeom prst="rect">
            <a:avLst/>
          </a:prstGeom>
          <a:noFill/>
          <a:ln>
            <a:noFill/>
          </a:ln>
        </p:spPr>
        <p:txBody>
          <a:bodyPr spcFirstLastPara="1" wrap="square" lIns="27075" tIns="27075" rIns="27075" bIns="27075" anchor="t" anchorCtr="0">
            <a:normAutofit/>
          </a:bodyPr>
          <a:lstStyle>
            <a:lvl1pPr lvl="0" algn="l">
              <a:lnSpc>
                <a:spcPct val="100000"/>
              </a:lnSpc>
              <a:spcBef>
                <a:spcPts val="0"/>
              </a:spcBef>
              <a:spcAft>
                <a:spcPts val="0"/>
              </a:spcAft>
              <a:buClr>
                <a:srgbClr val="FFFFFF"/>
              </a:buClr>
              <a:buSzPts val="4200"/>
              <a:buFont typeface="Gill Sans"/>
              <a:buNone/>
              <a:defRPr sz="42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33" name="Google Shape;233;p56"/>
          <p:cNvSpPr txBox="1">
            <a:spLocks noGrp="1"/>
          </p:cNvSpPr>
          <p:nvPr>
            <p:ph type="body" idx="1"/>
          </p:nvPr>
        </p:nvSpPr>
        <p:spPr>
          <a:xfrm>
            <a:off x="1034691" y="3910707"/>
            <a:ext cx="3976516" cy="4830465"/>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228600" algn="l">
              <a:lnSpc>
                <a:spcPct val="100000"/>
              </a:lnSpc>
              <a:spcBef>
                <a:spcPts val="1800"/>
              </a:spcBef>
              <a:spcAft>
                <a:spcPts val="0"/>
              </a:spcAft>
              <a:buClr>
                <a:srgbClr val="FFFFFF"/>
              </a:buClr>
              <a:buSzPts val="2200"/>
              <a:buFont typeface="Gill Sans"/>
              <a:buNone/>
              <a:defRPr sz="2200">
                <a:solidFill>
                  <a:srgbClr val="FFFFFF"/>
                </a:solidFill>
              </a:defRPr>
            </a:lvl2pPr>
            <a:lvl3pPr marL="1371600" lvl="2" indent="-228600" algn="l">
              <a:lnSpc>
                <a:spcPct val="100000"/>
              </a:lnSpc>
              <a:spcBef>
                <a:spcPts val="1800"/>
              </a:spcBef>
              <a:spcAft>
                <a:spcPts val="0"/>
              </a:spcAft>
              <a:buClr>
                <a:srgbClr val="FFFFFF"/>
              </a:buClr>
              <a:buSzPts val="2200"/>
              <a:buFont typeface="Gill Sans"/>
              <a:buNone/>
              <a:defRPr sz="2200">
                <a:solidFill>
                  <a:srgbClr val="FFFFFF"/>
                </a:solidFill>
              </a:defRPr>
            </a:lvl3pPr>
            <a:lvl4pPr marL="1828800" lvl="3" indent="-228600" algn="l">
              <a:lnSpc>
                <a:spcPct val="100000"/>
              </a:lnSpc>
              <a:spcBef>
                <a:spcPts val="1800"/>
              </a:spcBef>
              <a:spcAft>
                <a:spcPts val="0"/>
              </a:spcAft>
              <a:buClr>
                <a:srgbClr val="FFFFFF"/>
              </a:buClr>
              <a:buSzPts val="2200"/>
              <a:buFont typeface="Gill Sans"/>
              <a:buNone/>
              <a:defRPr sz="2200">
                <a:solidFill>
                  <a:srgbClr val="FFFFFF"/>
                </a:solidFill>
              </a:defRPr>
            </a:lvl4pPr>
            <a:lvl5pPr marL="2286000" lvl="4" indent="-228600" algn="l">
              <a:lnSpc>
                <a:spcPct val="100000"/>
              </a:lnSpc>
              <a:spcBef>
                <a:spcPts val="1800"/>
              </a:spcBef>
              <a:spcAft>
                <a:spcPts val="0"/>
              </a:spcAft>
              <a:buClr>
                <a:srgbClr val="FFFFFF"/>
              </a:buClr>
              <a:buSzPts val="2200"/>
              <a:buFont typeface="Gill Sans"/>
              <a:buNone/>
              <a:defRPr sz="22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34" name="Google Shape;234;p56"/>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lvl="0" indent="0" algn="r">
              <a:lnSpc>
                <a:spcPct val="100000"/>
              </a:lnSpc>
              <a:spcBef>
                <a:spcPts val="0"/>
              </a:spcBef>
              <a:spcAft>
                <a:spcPts val="0"/>
              </a:spcAft>
              <a:buClr>
                <a:srgbClr val="438F84"/>
              </a:buClr>
              <a:buSzPts val="4800"/>
              <a:buFont typeface="Gill Sans"/>
              <a:buNone/>
              <a:defRPr sz="4800">
                <a:solidFill>
                  <a:srgbClr val="438F84"/>
                </a:solidFill>
              </a:defRPr>
            </a:lvl1pPr>
            <a:lvl2pPr marL="0" lvl="1" indent="0" algn="r">
              <a:lnSpc>
                <a:spcPct val="100000"/>
              </a:lnSpc>
              <a:spcBef>
                <a:spcPts val="0"/>
              </a:spcBef>
              <a:spcAft>
                <a:spcPts val="0"/>
              </a:spcAft>
              <a:buClr>
                <a:srgbClr val="438F84"/>
              </a:buClr>
              <a:buSzPts val="4800"/>
              <a:buFont typeface="Gill Sans"/>
              <a:buNone/>
              <a:defRPr sz="4800">
                <a:solidFill>
                  <a:srgbClr val="438F84"/>
                </a:solidFill>
              </a:defRPr>
            </a:lvl2pPr>
            <a:lvl3pPr marL="0" lvl="2" indent="0" algn="r">
              <a:lnSpc>
                <a:spcPct val="100000"/>
              </a:lnSpc>
              <a:spcBef>
                <a:spcPts val="0"/>
              </a:spcBef>
              <a:spcAft>
                <a:spcPts val="0"/>
              </a:spcAft>
              <a:buClr>
                <a:srgbClr val="438F84"/>
              </a:buClr>
              <a:buSzPts val="4800"/>
              <a:buFont typeface="Gill Sans"/>
              <a:buNone/>
              <a:defRPr sz="4800">
                <a:solidFill>
                  <a:srgbClr val="438F84"/>
                </a:solidFill>
              </a:defRPr>
            </a:lvl3pPr>
            <a:lvl4pPr marL="0" lvl="3" indent="0" algn="r">
              <a:lnSpc>
                <a:spcPct val="100000"/>
              </a:lnSpc>
              <a:spcBef>
                <a:spcPts val="0"/>
              </a:spcBef>
              <a:spcAft>
                <a:spcPts val="0"/>
              </a:spcAft>
              <a:buClr>
                <a:srgbClr val="438F84"/>
              </a:buClr>
              <a:buSzPts val="4800"/>
              <a:buFont typeface="Gill Sans"/>
              <a:buNone/>
              <a:defRPr sz="4800">
                <a:solidFill>
                  <a:srgbClr val="438F84"/>
                </a:solidFill>
              </a:defRPr>
            </a:lvl4pPr>
            <a:lvl5pPr marL="0" lvl="4" indent="0" algn="r">
              <a:lnSpc>
                <a:spcPct val="100000"/>
              </a:lnSpc>
              <a:spcBef>
                <a:spcPts val="0"/>
              </a:spcBef>
              <a:spcAft>
                <a:spcPts val="0"/>
              </a:spcAft>
              <a:buClr>
                <a:srgbClr val="438F84"/>
              </a:buClr>
              <a:buSzPts val="4800"/>
              <a:buFont typeface="Gill Sans"/>
              <a:buNone/>
              <a:defRPr sz="4800">
                <a:solidFill>
                  <a:srgbClr val="438F84"/>
                </a:solidFill>
              </a:defRPr>
            </a:lvl5pPr>
            <a:lvl6pPr marL="0" lvl="5" indent="0" algn="r">
              <a:lnSpc>
                <a:spcPct val="100000"/>
              </a:lnSpc>
              <a:spcBef>
                <a:spcPts val="0"/>
              </a:spcBef>
              <a:spcAft>
                <a:spcPts val="0"/>
              </a:spcAft>
              <a:buClr>
                <a:srgbClr val="438F84"/>
              </a:buClr>
              <a:buSzPts val="4800"/>
              <a:buFont typeface="Gill Sans"/>
              <a:buNone/>
              <a:defRPr sz="4800">
                <a:solidFill>
                  <a:srgbClr val="438F84"/>
                </a:solidFill>
              </a:defRPr>
            </a:lvl6pPr>
            <a:lvl7pPr marL="0" lvl="6" indent="0" algn="r">
              <a:lnSpc>
                <a:spcPct val="100000"/>
              </a:lnSpc>
              <a:spcBef>
                <a:spcPts val="0"/>
              </a:spcBef>
              <a:spcAft>
                <a:spcPts val="0"/>
              </a:spcAft>
              <a:buClr>
                <a:srgbClr val="438F84"/>
              </a:buClr>
              <a:buSzPts val="4800"/>
              <a:buFont typeface="Gill Sans"/>
              <a:buNone/>
              <a:defRPr sz="4800">
                <a:solidFill>
                  <a:srgbClr val="438F84"/>
                </a:solidFill>
              </a:defRPr>
            </a:lvl7pPr>
            <a:lvl8pPr marL="0" lvl="7" indent="0" algn="r">
              <a:lnSpc>
                <a:spcPct val="100000"/>
              </a:lnSpc>
              <a:spcBef>
                <a:spcPts val="0"/>
              </a:spcBef>
              <a:spcAft>
                <a:spcPts val="0"/>
              </a:spcAft>
              <a:buClr>
                <a:srgbClr val="438F84"/>
              </a:buClr>
              <a:buSzPts val="4800"/>
              <a:buFont typeface="Gill Sans"/>
              <a:buNone/>
              <a:defRPr sz="4800">
                <a:solidFill>
                  <a:srgbClr val="438F84"/>
                </a:solidFill>
              </a:defRPr>
            </a:lvl8pPr>
            <a:lvl9pPr marL="0" lvl="8" indent="0" algn="r">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Caption - Bottom">
  <p:cSld name="Caption - Bottom">
    <p:spTree>
      <p:nvGrpSpPr>
        <p:cNvPr id="1" name="Shape 235"/>
        <p:cNvGrpSpPr/>
        <p:nvPr/>
      </p:nvGrpSpPr>
      <p:grpSpPr>
        <a:xfrm>
          <a:off x="0" y="0"/>
          <a:ext cx="0" cy="0"/>
          <a:chOff x="0" y="0"/>
          <a:chExt cx="0" cy="0"/>
        </a:xfrm>
      </p:grpSpPr>
      <p:sp>
        <p:nvSpPr>
          <p:cNvPr id="236" name="Google Shape;236;p57"/>
          <p:cNvSpPr/>
          <p:nvPr/>
        </p:nvSpPr>
        <p:spPr>
          <a:xfrm>
            <a:off x="10013012" y="6808985"/>
            <a:ext cx="2341708"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37" name="Google Shape;237;p57"/>
          <p:cNvSpPr/>
          <p:nvPr/>
        </p:nvSpPr>
        <p:spPr>
          <a:xfrm>
            <a:off x="650080" y="6808985"/>
            <a:ext cx="9119153"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38" name="Google Shape;238;p57"/>
          <p:cNvSpPr txBox="1">
            <a:spLocks noGrp="1"/>
          </p:cNvSpPr>
          <p:nvPr>
            <p:ph type="title"/>
          </p:nvPr>
        </p:nvSpPr>
        <p:spPr>
          <a:xfrm>
            <a:off x="1034691" y="7125508"/>
            <a:ext cx="8349931" cy="660401"/>
          </a:xfrm>
          <a:prstGeom prst="rect">
            <a:avLst/>
          </a:prstGeom>
          <a:noFill/>
          <a:ln>
            <a:noFill/>
          </a:ln>
        </p:spPr>
        <p:txBody>
          <a:bodyPr spcFirstLastPara="1" wrap="square" lIns="27075" tIns="27075" rIns="27075" bIns="27075" anchor="t" anchorCtr="0">
            <a:normAutofit/>
          </a:bodyPr>
          <a:lstStyle>
            <a:lvl1pPr lvl="0" algn="l">
              <a:lnSpc>
                <a:spcPct val="100000"/>
              </a:lnSpc>
              <a:spcBef>
                <a:spcPts val="0"/>
              </a:spcBef>
              <a:spcAft>
                <a:spcPts val="0"/>
              </a:spcAft>
              <a:buClr>
                <a:srgbClr val="FFFFFF"/>
              </a:buClr>
              <a:buSzPts val="4200"/>
              <a:buFont typeface="Gill Sans"/>
              <a:buNone/>
              <a:defRPr sz="42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39" name="Google Shape;239;p57"/>
          <p:cNvSpPr txBox="1">
            <a:spLocks noGrp="1"/>
          </p:cNvSpPr>
          <p:nvPr>
            <p:ph type="body" idx="1"/>
          </p:nvPr>
        </p:nvSpPr>
        <p:spPr>
          <a:xfrm>
            <a:off x="1034691" y="7775588"/>
            <a:ext cx="7343512" cy="1001700"/>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228600" algn="l">
              <a:lnSpc>
                <a:spcPct val="100000"/>
              </a:lnSpc>
              <a:spcBef>
                <a:spcPts val="1800"/>
              </a:spcBef>
              <a:spcAft>
                <a:spcPts val="0"/>
              </a:spcAft>
              <a:buClr>
                <a:srgbClr val="FFFFFF"/>
              </a:buClr>
              <a:buSzPts val="2200"/>
              <a:buFont typeface="Gill Sans"/>
              <a:buNone/>
              <a:defRPr sz="2200">
                <a:solidFill>
                  <a:srgbClr val="FFFFFF"/>
                </a:solidFill>
              </a:defRPr>
            </a:lvl2pPr>
            <a:lvl3pPr marL="1371600" lvl="2" indent="-228600" algn="l">
              <a:lnSpc>
                <a:spcPct val="100000"/>
              </a:lnSpc>
              <a:spcBef>
                <a:spcPts val="1800"/>
              </a:spcBef>
              <a:spcAft>
                <a:spcPts val="0"/>
              </a:spcAft>
              <a:buClr>
                <a:srgbClr val="FFFFFF"/>
              </a:buClr>
              <a:buSzPts val="2200"/>
              <a:buFont typeface="Gill Sans"/>
              <a:buNone/>
              <a:defRPr sz="2200">
                <a:solidFill>
                  <a:srgbClr val="FFFFFF"/>
                </a:solidFill>
              </a:defRPr>
            </a:lvl3pPr>
            <a:lvl4pPr marL="1828800" lvl="3" indent="-228600" algn="l">
              <a:lnSpc>
                <a:spcPct val="100000"/>
              </a:lnSpc>
              <a:spcBef>
                <a:spcPts val="1800"/>
              </a:spcBef>
              <a:spcAft>
                <a:spcPts val="0"/>
              </a:spcAft>
              <a:buClr>
                <a:srgbClr val="FFFFFF"/>
              </a:buClr>
              <a:buSzPts val="2200"/>
              <a:buFont typeface="Gill Sans"/>
              <a:buNone/>
              <a:defRPr sz="2200">
                <a:solidFill>
                  <a:srgbClr val="FFFFFF"/>
                </a:solidFill>
              </a:defRPr>
            </a:lvl4pPr>
            <a:lvl5pPr marL="2286000" lvl="4" indent="-228600" algn="l">
              <a:lnSpc>
                <a:spcPct val="100000"/>
              </a:lnSpc>
              <a:spcBef>
                <a:spcPts val="1800"/>
              </a:spcBef>
              <a:spcAft>
                <a:spcPts val="0"/>
              </a:spcAft>
              <a:buClr>
                <a:srgbClr val="FFFFFF"/>
              </a:buClr>
              <a:buSzPts val="2200"/>
              <a:buFont typeface="Gill Sans"/>
              <a:buNone/>
              <a:defRPr sz="22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40" name="Google Shape;240;p57"/>
          <p:cNvSpPr/>
          <p:nvPr/>
        </p:nvSpPr>
        <p:spPr>
          <a:xfrm>
            <a:off x="656430" y="657621"/>
            <a:ext cx="11691940" cy="5901235"/>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241" name="Google Shape;241;p57"/>
          <p:cNvSpPr txBox="1">
            <a:spLocks noGrp="1"/>
          </p:cNvSpPr>
          <p:nvPr>
            <p:ph type="sldNum" idx="12"/>
          </p:nvPr>
        </p:nvSpPr>
        <p:spPr>
          <a:xfrm>
            <a:off x="11027988" y="8199821"/>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Caption - Right">
  <p:cSld name="Caption - Right">
    <p:spTree>
      <p:nvGrpSpPr>
        <p:cNvPr id="1" name="Shape 242"/>
        <p:cNvGrpSpPr/>
        <p:nvPr/>
      </p:nvGrpSpPr>
      <p:grpSpPr>
        <a:xfrm>
          <a:off x="0" y="0"/>
          <a:ext cx="0" cy="0"/>
          <a:chOff x="0" y="0"/>
          <a:chExt cx="0" cy="0"/>
        </a:xfrm>
      </p:grpSpPr>
      <p:sp>
        <p:nvSpPr>
          <p:cNvPr id="243" name="Google Shape;243;p58"/>
          <p:cNvSpPr/>
          <p:nvPr/>
        </p:nvSpPr>
        <p:spPr>
          <a:xfrm>
            <a:off x="6839763" y="651271"/>
            <a:ext cx="4745736"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44" name="Google Shape;244;p58"/>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45" name="Google Shape;245;p58"/>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46" name="Google Shape;246;p58"/>
          <p:cNvSpPr txBox="1">
            <a:spLocks noGrp="1"/>
          </p:cNvSpPr>
          <p:nvPr>
            <p:ph type="title"/>
          </p:nvPr>
        </p:nvSpPr>
        <p:spPr>
          <a:xfrm>
            <a:off x="7224372" y="1012428"/>
            <a:ext cx="3976516" cy="2898280"/>
          </a:xfrm>
          <a:prstGeom prst="rect">
            <a:avLst/>
          </a:prstGeom>
          <a:noFill/>
          <a:ln>
            <a:noFill/>
          </a:ln>
        </p:spPr>
        <p:txBody>
          <a:bodyPr spcFirstLastPara="1" wrap="square" lIns="27075" tIns="27075" rIns="27075" bIns="27075" anchor="t" anchorCtr="0">
            <a:normAutofit/>
          </a:bodyPr>
          <a:lstStyle>
            <a:lvl1pPr lvl="0" algn="l">
              <a:lnSpc>
                <a:spcPct val="100000"/>
              </a:lnSpc>
              <a:spcBef>
                <a:spcPts val="0"/>
              </a:spcBef>
              <a:spcAft>
                <a:spcPts val="0"/>
              </a:spcAft>
              <a:buClr>
                <a:srgbClr val="FFFFFF"/>
              </a:buClr>
              <a:buSzPts val="4200"/>
              <a:buFont typeface="Gill Sans"/>
              <a:buNone/>
              <a:defRPr sz="42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47" name="Google Shape;247;p58"/>
          <p:cNvSpPr txBox="1">
            <a:spLocks noGrp="1"/>
          </p:cNvSpPr>
          <p:nvPr>
            <p:ph type="body" idx="1"/>
          </p:nvPr>
        </p:nvSpPr>
        <p:spPr>
          <a:xfrm>
            <a:off x="7224372" y="3910707"/>
            <a:ext cx="3976516" cy="4830465"/>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228600" algn="l">
              <a:lnSpc>
                <a:spcPct val="100000"/>
              </a:lnSpc>
              <a:spcBef>
                <a:spcPts val="1800"/>
              </a:spcBef>
              <a:spcAft>
                <a:spcPts val="0"/>
              </a:spcAft>
              <a:buClr>
                <a:srgbClr val="FFFFFF"/>
              </a:buClr>
              <a:buSzPts val="2200"/>
              <a:buFont typeface="Gill Sans"/>
              <a:buNone/>
              <a:defRPr sz="2200">
                <a:solidFill>
                  <a:srgbClr val="FFFFFF"/>
                </a:solidFill>
              </a:defRPr>
            </a:lvl2pPr>
            <a:lvl3pPr marL="1371600" lvl="2" indent="-228600" algn="l">
              <a:lnSpc>
                <a:spcPct val="100000"/>
              </a:lnSpc>
              <a:spcBef>
                <a:spcPts val="1800"/>
              </a:spcBef>
              <a:spcAft>
                <a:spcPts val="0"/>
              </a:spcAft>
              <a:buClr>
                <a:srgbClr val="FFFFFF"/>
              </a:buClr>
              <a:buSzPts val="2200"/>
              <a:buFont typeface="Gill Sans"/>
              <a:buNone/>
              <a:defRPr sz="2200">
                <a:solidFill>
                  <a:srgbClr val="FFFFFF"/>
                </a:solidFill>
              </a:defRPr>
            </a:lvl3pPr>
            <a:lvl4pPr marL="1828800" lvl="3" indent="-228600" algn="l">
              <a:lnSpc>
                <a:spcPct val="100000"/>
              </a:lnSpc>
              <a:spcBef>
                <a:spcPts val="1800"/>
              </a:spcBef>
              <a:spcAft>
                <a:spcPts val="0"/>
              </a:spcAft>
              <a:buClr>
                <a:srgbClr val="FFFFFF"/>
              </a:buClr>
              <a:buSzPts val="2200"/>
              <a:buFont typeface="Gill Sans"/>
              <a:buNone/>
              <a:defRPr sz="2200">
                <a:solidFill>
                  <a:srgbClr val="FFFFFF"/>
                </a:solidFill>
              </a:defRPr>
            </a:lvl4pPr>
            <a:lvl5pPr marL="2286000" lvl="4" indent="-228600" algn="l">
              <a:lnSpc>
                <a:spcPct val="100000"/>
              </a:lnSpc>
              <a:spcBef>
                <a:spcPts val="1800"/>
              </a:spcBef>
              <a:spcAft>
                <a:spcPts val="0"/>
              </a:spcAft>
              <a:buClr>
                <a:srgbClr val="FFFFFF"/>
              </a:buClr>
              <a:buSzPts val="2200"/>
              <a:buFont typeface="Gill Sans"/>
              <a:buNone/>
              <a:defRPr sz="22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48" name="Google Shape;248;p58"/>
          <p:cNvSpPr/>
          <p:nvPr/>
        </p:nvSpPr>
        <p:spPr>
          <a:xfrm>
            <a:off x="656431" y="657621"/>
            <a:ext cx="5952074" cy="8438358"/>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249" name="Google Shape;249;p58"/>
          <p:cNvSpPr txBox="1">
            <a:spLocks noGrp="1"/>
          </p:cNvSpPr>
          <p:nvPr>
            <p:ph type="sldNum" idx="12"/>
          </p:nvPr>
        </p:nvSpPr>
        <p:spPr>
          <a:xfrm>
            <a:off x="866771" y="813792"/>
            <a:ext cx="1110041" cy="739987"/>
          </a:xfrm>
          <a:prstGeom prst="rect">
            <a:avLst/>
          </a:prstGeom>
          <a:noFill/>
          <a:ln>
            <a:noFill/>
          </a:ln>
        </p:spPr>
        <p:txBody>
          <a:bodyPr spcFirstLastPara="1" wrap="square" lIns="27075" tIns="27075" rIns="27075" bIns="27075" anchor="b" anchorCtr="0">
            <a:spAutoFit/>
          </a:bodyPr>
          <a:lstStyle>
            <a:lvl1pPr marL="0" marR="0" lvl="0" indent="0" algn="l">
              <a:lnSpc>
                <a:spcPct val="100000"/>
              </a:lnSpc>
              <a:spcBef>
                <a:spcPts val="0"/>
              </a:spcBef>
              <a:spcAft>
                <a:spcPts val="0"/>
              </a:spcAft>
              <a:buClr>
                <a:srgbClr val="438F84"/>
              </a:buClr>
              <a:buSzPts val="4800"/>
              <a:buFont typeface="Gill Sans"/>
              <a:buNone/>
              <a:defRPr sz="4800">
                <a:solidFill>
                  <a:srgbClr val="438F84"/>
                </a:solidFill>
              </a:defRPr>
            </a:lvl1pPr>
            <a:lvl2pPr marL="0" marR="0" lvl="1" indent="0" algn="l">
              <a:lnSpc>
                <a:spcPct val="100000"/>
              </a:lnSpc>
              <a:spcBef>
                <a:spcPts val="0"/>
              </a:spcBef>
              <a:spcAft>
                <a:spcPts val="0"/>
              </a:spcAft>
              <a:buClr>
                <a:srgbClr val="438F84"/>
              </a:buClr>
              <a:buSzPts val="4800"/>
              <a:buFont typeface="Gill Sans"/>
              <a:buNone/>
              <a:defRPr sz="4800">
                <a:solidFill>
                  <a:srgbClr val="438F84"/>
                </a:solidFill>
              </a:defRPr>
            </a:lvl2pPr>
            <a:lvl3pPr marL="0" marR="0" lvl="2" indent="0" algn="l">
              <a:lnSpc>
                <a:spcPct val="100000"/>
              </a:lnSpc>
              <a:spcBef>
                <a:spcPts val="0"/>
              </a:spcBef>
              <a:spcAft>
                <a:spcPts val="0"/>
              </a:spcAft>
              <a:buClr>
                <a:srgbClr val="438F84"/>
              </a:buClr>
              <a:buSzPts val="4800"/>
              <a:buFont typeface="Gill Sans"/>
              <a:buNone/>
              <a:defRPr sz="4800">
                <a:solidFill>
                  <a:srgbClr val="438F84"/>
                </a:solidFill>
              </a:defRPr>
            </a:lvl3pPr>
            <a:lvl4pPr marL="0" marR="0" lvl="3" indent="0" algn="l">
              <a:lnSpc>
                <a:spcPct val="100000"/>
              </a:lnSpc>
              <a:spcBef>
                <a:spcPts val="0"/>
              </a:spcBef>
              <a:spcAft>
                <a:spcPts val="0"/>
              </a:spcAft>
              <a:buClr>
                <a:srgbClr val="438F84"/>
              </a:buClr>
              <a:buSzPts val="4800"/>
              <a:buFont typeface="Gill Sans"/>
              <a:buNone/>
              <a:defRPr sz="4800">
                <a:solidFill>
                  <a:srgbClr val="438F84"/>
                </a:solidFill>
              </a:defRPr>
            </a:lvl4pPr>
            <a:lvl5pPr marL="0" marR="0" lvl="4" indent="0" algn="l">
              <a:lnSpc>
                <a:spcPct val="100000"/>
              </a:lnSpc>
              <a:spcBef>
                <a:spcPts val="0"/>
              </a:spcBef>
              <a:spcAft>
                <a:spcPts val="0"/>
              </a:spcAft>
              <a:buClr>
                <a:srgbClr val="438F84"/>
              </a:buClr>
              <a:buSzPts val="4800"/>
              <a:buFont typeface="Gill Sans"/>
              <a:buNone/>
              <a:defRPr sz="4800">
                <a:solidFill>
                  <a:srgbClr val="438F84"/>
                </a:solidFill>
              </a:defRPr>
            </a:lvl5pPr>
            <a:lvl6pPr marL="0" marR="0" lvl="5" indent="0" algn="l">
              <a:lnSpc>
                <a:spcPct val="100000"/>
              </a:lnSpc>
              <a:spcBef>
                <a:spcPts val="0"/>
              </a:spcBef>
              <a:spcAft>
                <a:spcPts val="0"/>
              </a:spcAft>
              <a:buClr>
                <a:srgbClr val="438F84"/>
              </a:buClr>
              <a:buSzPts val="4800"/>
              <a:buFont typeface="Gill Sans"/>
              <a:buNone/>
              <a:defRPr sz="4800">
                <a:solidFill>
                  <a:srgbClr val="438F84"/>
                </a:solidFill>
              </a:defRPr>
            </a:lvl6pPr>
            <a:lvl7pPr marL="0" marR="0" lvl="6" indent="0" algn="l">
              <a:lnSpc>
                <a:spcPct val="100000"/>
              </a:lnSpc>
              <a:spcBef>
                <a:spcPts val="0"/>
              </a:spcBef>
              <a:spcAft>
                <a:spcPts val="0"/>
              </a:spcAft>
              <a:buClr>
                <a:srgbClr val="438F84"/>
              </a:buClr>
              <a:buSzPts val="4800"/>
              <a:buFont typeface="Gill Sans"/>
              <a:buNone/>
              <a:defRPr sz="4800">
                <a:solidFill>
                  <a:srgbClr val="438F84"/>
                </a:solidFill>
              </a:defRPr>
            </a:lvl7pPr>
            <a:lvl8pPr marL="0" marR="0" lvl="7" indent="0" algn="l">
              <a:lnSpc>
                <a:spcPct val="100000"/>
              </a:lnSpc>
              <a:spcBef>
                <a:spcPts val="0"/>
              </a:spcBef>
              <a:spcAft>
                <a:spcPts val="0"/>
              </a:spcAft>
              <a:buClr>
                <a:srgbClr val="438F84"/>
              </a:buClr>
              <a:buSzPts val="4800"/>
              <a:buFont typeface="Gill Sans"/>
              <a:buNone/>
              <a:defRPr sz="4800">
                <a:solidFill>
                  <a:srgbClr val="438F84"/>
                </a:solidFill>
              </a:defRPr>
            </a:lvl8pPr>
            <a:lvl9pPr marL="0" marR="0" lvl="8" indent="0" algn="l">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Caption - Left - Photo">
  <p:cSld name="Caption - Left - Photo">
    <p:spTree>
      <p:nvGrpSpPr>
        <p:cNvPr id="1" name="Shape 250"/>
        <p:cNvGrpSpPr/>
        <p:nvPr/>
      </p:nvGrpSpPr>
      <p:grpSpPr>
        <a:xfrm>
          <a:off x="0" y="0"/>
          <a:ext cx="0" cy="0"/>
          <a:chOff x="0" y="0"/>
          <a:chExt cx="0" cy="0"/>
        </a:xfrm>
      </p:grpSpPr>
      <p:sp>
        <p:nvSpPr>
          <p:cNvPr id="251" name="Google Shape;251;p59"/>
          <p:cNvSpPr>
            <a:spLocks noGrp="1"/>
          </p:cNvSpPr>
          <p:nvPr>
            <p:ph type="pic" idx="2"/>
          </p:nvPr>
        </p:nvSpPr>
        <p:spPr>
          <a:xfrm>
            <a:off x="1091062" y="651271"/>
            <a:ext cx="15024101" cy="8451058"/>
          </a:xfrm>
          <a:prstGeom prst="rect">
            <a:avLst/>
          </a:prstGeom>
          <a:noFill/>
          <a:ln>
            <a:noFill/>
          </a:ln>
        </p:spPr>
        <p:txBody>
          <a:bodyPr/>
          <a:lstStyle/>
          <a:p>
            <a:endParaRPr lang="en-GB"/>
          </a:p>
        </p:txBody>
      </p:sp>
      <p:sp>
        <p:nvSpPr>
          <p:cNvPr id="252" name="Google Shape;252;p59"/>
          <p:cNvSpPr/>
          <p:nvPr/>
        </p:nvSpPr>
        <p:spPr>
          <a:xfrm>
            <a:off x="650081" y="651271"/>
            <a:ext cx="4745736"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53" name="Google Shape;253;p59"/>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54" name="Google Shape;254;p59"/>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55" name="Google Shape;255;p59"/>
          <p:cNvSpPr txBox="1">
            <a:spLocks noGrp="1"/>
          </p:cNvSpPr>
          <p:nvPr>
            <p:ph type="title"/>
          </p:nvPr>
        </p:nvSpPr>
        <p:spPr>
          <a:xfrm>
            <a:off x="1034691" y="1012428"/>
            <a:ext cx="3976516" cy="2898280"/>
          </a:xfrm>
          <a:prstGeom prst="rect">
            <a:avLst/>
          </a:prstGeom>
          <a:noFill/>
          <a:ln>
            <a:noFill/>
          </a:ln>
        </p:spPr>
        <p:txBody>
          <a:bodyPr spcFirstLastPara="1" wrap="square" lIns="27075" tIns="27075" rIns="27075" bIns="27075" anchor="t" anchorCtr="0">
            <a:normAutofit/>
          </a:bodyPr>
          <a:lstStyle>
            <a:lvl1pPr lvl="0" algn="l">
              <a:lnSpc>
                <a:spcPct val="100000"/>
              </a:lnSpc>
              <a:spcBef>
                <a:spcPts val="0"/>
              </a:spcBef>
              <a:spcAft>
                <a:spcPts val="0"/>
              </a:spcAft>
              <a:buClr>
                <a:srgbClr val="FFFFFF"/>
              </a:buClr>
              <a:buSzPts val="4200"/>
              <a:buFont typeface="Gill Sans"/>
              <a:buNone/>
              <a:defRPr sz="42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56" name="Google Shape;256;p59"/>
          <p:cNvSpPr txBox="1">
            <a:spLocks noGrp="1"/>
          </p:cNvSpPr>
          <p:nvPr>
            <p:ph type="body" idx="1"/>
          </p:nvPr>
        </p:nvSpPr>
        <p:spPr>
          <a:xfrm>
            <a:off x="1034691" y="3910707"/>
            <a:ext cx="3976516" cy="4830465"/>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228600" algn="l">
              <a:lnSpc>
                <a:spcPct val="100000"/>
              </a:lnSpc>
              <a:spcBef>
                <a:spcPts val="1800"/>
              </a:spcBef>
              <a:spcAft>
                <a:spcPts val="0"/>
              </a:spcAft>
              <a:buClr>
                <a:srgbClr val="FFFFFF"/>
              </a:buClr>
              <a:buSzPts val="2200"/>
              <a:buFont typeface="Gill Sans"/>
              <a:buNone/>
              <a:defRPr sz="2200">
                <a:solidFill>
                  <a:srgbClr val="FFFFFF"/>
                </a:solidFill>
              </a:defRPr>
            </a:lvl2pPr>
            <a:lvl3pPr marL="1371600" lvl="2" indent="-228600" algn="l">
              <a:lnSpc>
                <a:spcPct val="100000"/>
              </a:lnSpc>
              <a:spcBef>
                <a:spcPts val="1800"/>
              </a:spcBef>
              <a:spcAft>
                <a:spcPts val="0"/>
              </a:spcAft>
              <a:buClr>
                <a:srgbClr val="FFFFFF"/>
              </a:buClr>
              <a:buSzPts val="2200"/>
              <a:buFont typeface="Gill Sans"/>
              <a:buNone/>
              <a:defRPr sz="2200">
                <a:solidFill>
                  <a:srgbClr val="FFFFFF"/>
                </a:solidFill>
              </a:defRPr>
            </a:lvl3pPr>
            <a:lvl4pPr marL="1828800" lvl="3" indent="-228600" algn="l">
              <a:lnSpc>
                <a:spcPct val="100000"/>
              </a:lnSpc>
              <a:spcBef>
                <a:spcPts val="1800"/>
              </a:spcBef>
              <a:spcAft>
                <a:spcPts val="0"/>
              </a:spcAft>
              <a:buClr>
                <a:srgbClr val="FFFFFF"/>
              </a:buClr>
              <a:buSzPts val="2200"/>
              <a:buFont typeface="Gill Sans"/>
              <a:buNone/>
              <a:defRPr sz="2200">
                <a:solidFill>
                  <a:srgbClr val="FFFFFF"/>
                </a:solidFill>
              </a:defRPr>
            </a:lvl4pPr>
            <a:lvl5pPr marL="2286000" lvl="4" indent="-228600" algn="l">
              <a:lnSpc>
                <a:spcPct val="100000"/>
              </a:lnSpc>
              <a:spcBef>
                <a:spcPts val="1800"/>
              </a:spcBef>
              <a:spcAft>
                <a:spcPts val="0"/>
              </a:spcAft>
              <a:buClr>
                <a:srgbClr val="FFFFFF"/>
              </a:buClr>
              <a:buSzPts val="2200"/>
              <a:buFont typeface="Gill Sans"/>
              <a:buNone/>
              <a:defRPr sz="22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57" name="Google Shape;257;p59"/>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Caption - Top - Photo">
  <p:cSld name="Caption - Top - Photo">
    <p:spTree>
      <p:nvGrpSpPr>
        <p:cNvPr id="1" name="Shape 258"/>
        <p:cNvGrpSpPr/>
        <p:nvPr/>
      </p:nvGrpSpPr>
      <p:grpSpPr>
        <a:xfrm>
          <a:off x="0" y="0"/>
          <a:ext cx="0" cy="0"/>
          <a:chOff x="0" y="0"/>
          <a:chExt cx="0" cy="0"/>
        </a:xfrm>
      </p:grpSpPr>
      <p:sp>
        <p:nvSpPr>
          <p:cNvPr id="259" name="Google Shape;259;p60"/>
          <p:cNvSpPr/>
          <p:nvPr/>
        </p:nvSpPr>
        <p:spPr>
          <a:xfrm>
            <a:off x="10013012" y="659789"/>
            <a:ext cx="2341708"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60" name="Google Shape;260;p60"/>
          <p:cNvSpPr/>
          <p:nvPr/>
        </p:nvSpPr>
        <p:spPr>
          <a:xfrm>
            <a:off x="650080" y="659789"/>
            <a:ext cx="9119153"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61" name="Google Shape;261;p60"/>
          <p:cNvSpPr txBox="1">
            <a:spLocks noGrp="1"/>
          </p:cNvSpPr>
          <p:nvPr>
            <p:ph type="title"/>
          </p:nvPr>
        </p:nvSpPr>
        <p:spPr>
          <a:xfrm>
            <a:off x="1034691" y="976312"/>
            <a:ext cx="8349931" cy="660401"/>
          </a:xfrm>
          <a:prstGeom prst="rect">
            <a:avLst/>
          </a:prstGeom>
          <a:noFill/>
          <a:ln>
            <a:noFill/>
          </a:ln>
        </p:spPr>
        <p:txBody>
          <a:bodyPr spcFirstLastPara="1" wrap="square" lIns="27075" tIns="27075" rIns="27075" bIns="27075" anchor="t" anchorCtr="0">
            <a:normAutofit/>
          </a:bodyPr>
          <a:lstStyle>
            <a:lvl1pPr lvl="0" algn="l">
              <a:lnSpc>
                <a:spcPct val="100000"/>
              </a:lnSpc>
              <a:spcBef>
                <a:spcPts val="0"/>
              </a:spcBef>
              <a:spcAft>
                <a:spcPts val="0"/>
              </a:spcAft>
              <a:buClr>
                <a:srgbClr val="FFFFFF"/>
              </a:buClr>
              <a:buSzPts val="4200"/>
              <a:buFont typeface="Gill Sans"/>
              <a:buNone/>
              <a:defRPr sz="42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62" name="Google Shape;262;p60"/>
          <p:cNvSpPr txBox="1">
            <a:spLocks noGrp="1"/>
          </p:cNvSpPr>
          <p:nvPr>
            <p:ph type="body" idx="1"/>
          </p:nvPr>
        </p:nvSpPr>
        <p:spPr>
          <a:xfrm>
            <a:off x="1034691" y="1626392"/>
            <a:ext cx="7343512" cy="1001700"/>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228600" algn="l">
              <a:lnSpc>
                <a:spcPct val="100000"/>
              </a:lnSpc>
              <a:spcBef>
                <a:spcPts val="1800"/>
              </a:spcBef>
              <a:spcAft>
                <a:spcPts val="0"/>
              </a:spcAft>
              <a:buClr>
                <a:srgbClr val="FFFFFF"/>
              </a:buClr>
              <a:buSzPts val="2200"/>
              <a:buFont typeface="Gill Sans"/>
              <a:buNone/>
              <a:defRPr sz="2200">
                <a:solidFill>
                  <a:srgbClr val="FFFFFF"/>
                </a:solidFill>
              </a:defRPr>
            </a:lvl2pPr>
            <a:lvl3pPr marL="1371600" lvl="2" indent="-228600" algn="l">
              <a:lnSpc>
                <a:spcPct val="100000"/>
              </a:lnSpc>
              <a:spcBef>
                <a:spcPts val="1800"/>
              </a:spcBef>
              <a:spcAft>
                <a:spcPts val="0"/>
              </a:spcAft>
              <a:buClr>
                <a:srgbClr val="FFFFFF"/>
              </a:buClr>
              <a:buSzPts val="2200"/>
              <a:buFont typeface="Gill Sans"/>
              <a:buNone/>
              <a:defRPr sz="2200">
                <a:solidFill>
                  <a:srgbClr val="FFFFFF"/>
                </a:solidFill>
              </a:defRPr>
            </a:lvl3pPr>
            <a:lvl4pPr marL="1828800" lvl="3" indent="-228600" algn="l">
              <a:lnSpc>
                <a:spcPct val="100000"/>
              </a:lnSpc>
              <a:spcBef>
                <a:spcPts val="1800"/>
              </a:spcBef>
              <a:spcAft>
                <a:spcPts val="0"/>
              </a:spcAft>
              <a:buClr>
                <a:srgbClr val="FFFFFF"/>
              </a:buClr>
              <a:buSzPts val="2200"/>
              <a:buFont typeface="Gill Sans"/>
              <a:buNone/>
              <a:defRPr sz="2200">
                <a:solidFill>
                  <a:srgbClr val="FFFFFF"/>
                </a:solidFill>
              </a:defRPr>
            </a:lvl4pPr>
            <a:lvl5pPr marL="2286000" lvl="4" indent="-228600" algn="l">
              <a:lnSpc>
                <a:spcPct val="100000"/>
              </a:lnSpc>
              <a:spcBef>
                <a:spcPts val="1800"/>
              </a:spcBef>
              <a:spcAft>
                <a:spcPts val="0"/>
              </a:spcAft>
              <a:buClr>
                <a:srgbClr val="FFFFFF"/>
              </a:buClr>
              <a:buSzPts val="2200"/>
              <a:buFont typeface="Gill Sans"/>
              <a:buNone/>
              <a:defRPr sz="22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63" name="Google Shape;263;p60"/>
          <p:cNvSpPr>
            <a:spLocks noGrp="1"/>
          </p:cNvSpPr>
          <p:nvPr>
            <p:ph type="pic" idx="2"/>
          </p:nvPr>
        </p:nvSpPr>
        <p:spPr>
          <a:xfrm>
            <a:off x="650081" y="2853431"/>
            <a:ext cx="11704638" cy="6583860"/>
          </a:xfrm>
          <a:prstGeom prst="rect">
            <a:avLst/>
          </a:prstGeom>
          <a:noFill/>
          <a:ln>
            <a:noFill/>
          </a:ln>
        </p:spPr>
        <p:txBody>
          <a:bodyPr/>
          <a:lstStyle/>
          <a:p>
            <a:endParaRPr lang="en-GB"/>
          </a:p>
        </p:txBody>
      </p:sp>
      <p:sp>
        <p:nvSpPr>
          <p:cNvPr id="264" name="Google Shape;264;p60"/>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Caption - Right - Photo">
  <p:cSld name="Caption - Right - Photo">
    <p:spTree>
      <p:nvGrpSpPr>
        <p:cNvPr id="1" name="Shape 265"/>
        <p:cNvGrpSpPr/>
        <p:nvPr/>
      </p:nvGrpSpPr>
      <p:grpSpPr>
        <a:xfrm>
          <a:off x="0" y="0"/>
          <a:ext cx="0" cy="0"/>
          <a:chOff x="0" y="0"/>
          <a:chExt cx="0" cy="0"/>
        </a:xfrm>
      </p:grpSpPr>
      <p:sp>
        <p:nvSpPr>
          <p:cNvPr id="266" name="Google Shape;266;p61"/>
          <p:cNvSpPr>
            <a:spLocks noGrp="1"/>
          </p:cNvSpPr>
          <p:nvPr>
            <p:ph type="pic" idx="2"/>
          </p:nvPr>
        </p:nvSpPr>
        <p:spPr>
          <a:xfrm>
            <a:off x="-3879583" y="651271"/>
            <a:ext cx="15024101" cy="8451058"/>
          </a:xfrm>
          <a:prstGeom prst="rect">
            <a:avLst/>
          </a:prstGeom>
          <a:noFill/>
          <a:ln>
            <a:noFill/>
          </a:ln>
        </p:spPr>
        <p:txBody>
          <a:bodyPr/>
          <a:lstStyle/>
          <a:p>
            <a:endParaRPr lang="en-GB"/>
          </a:p>
        </p:txBody>
      </p:sp>
      <p:sp>
        <p:nvSpPr>
          <p:cNvPr id="267" name="Google Shape;267;p61"/>
          <p:cNvSpPr/>
          <p:nvPr/>
        </p:nvSpPr>
        <p:spPr>
          <a:xfrm>
            <a:off x="6839763" y="651271"/>
            <a:ext cx="4745736"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68" name="Google Shape;268;p61"/>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69" name="Google Shape;269;p61"/>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70" name="Google Shape;270;p61"/>
          <p:cNvSpPr txBox="1">
            <a:spLocks noGrp="1"/>
          </p:cNvSpPr>
          <p:nvPr>
            <p:ph type="title"/>
          </p:nvPr>
        </p:nvSpPr>
        <p:spPr>
          <a:xfrm>
            <a:off x="7224372" y="1012428"/>
            <a:ext cx="3976516" cy="2898280"/>
          </a:xfrm>
          <a:prstGeom prst="rect">
            <a:avLst/>
          </a:prstGeom>
          <a:noFill/>
          <a:ln>
            <a:noFill/>
          </a:ln>
        </p:spPr>
        <p:txBody>
          <a:bodyPr spcFirstLastPara="1" wrap="square" lIns="27075" tIns="27075" rIns="27075" bIns="27075" anchor="t" anchorCtr="0">
            <a:normAutofit/>
          </a:bodyPr>
          <a:lstStyle>
            <a:lvl1pPr lvl="0" algn="l">
              <a:lnSpc>
                <a:spcPct val="100000"/>
              </a:lnSpc>
              <a:spcBef>
                <a:spcPts val="0"/>
              </a:spcBef>
              <a:spcAft>
                <a:spcPts val="0"/>
              </a:spcAft>
              <a:buClr>
                <a:srgbClr val="FFFFFF"/>
              </a:buClr>
              <a:buSzPts val="4200"/>
              <a:buFont typeface="Gill Sans"/>
              <a:buNone/>
              <a:defRPr sz="42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71" name="Google Shape;271;p61"/>
          <p:cNvSpPr txBox="1">
            <a:spLocks noGrp="1"/>
          </p:cNvSpPr>
          <p:nvPr>
            <p:ph type="body" idx="1"/>
          </p:nvPr>
        </p:nvSpPr>
        <p:spPr>
          <a:xfrm>
            <a:off x="7224372" y="3910707"/>
            <a:ext cx="3976516" cy="4830465"/>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228600" algn="l">
              <a:lnSpc>
                <a:spcPct val="100000"/>
              </a:lnSpc>
              <a:spcBef>
                <a:spcPts val="1800"/>
              </a:spcBef>
              <a:spcAft>
                <a:spcPts val="0"/>
              </a:spcAft>
              <a:buClr>
                <a:srgbClr val="FFFFFF"/>
              </a:buClr>
              <a:buSzPts val="2200"/>
              <a:buFont typeface="Gill Sans"/>
              <a:buNone/>
              <a:defRPr sz="2200">
                <a:solidFill>
                  <a:srgbClr val="FFFFFF"/>
                </a:solidFill>
              </a:defRPr>
            </a:lvl2pPr>
            <a:lvl3pPr marL="1371600" lvl="2" indent="-228600" algn="l">
              <a:lnSpc>
                <a:spcPct val="100000"/>
              </a:lnSpc>
              <a:spcBef>
                <a:spcPts val="1800"/>
              </a:spcBef>
              <a:spcAft>
                <a:spcPts val="0"/>
              </a:spcAft>
              <a:buClr>
                <a:srgbClr val="FFFFFF"/>
              </a:buClr>
              <a:buSzPts val="2200"/>
              <a:buFont typeface="Gill Sans"/>
              <a:buNone/>
              <a:defRPr sz="2200">
                <a:solidFill>
                  <a:srgbClr val="FFFFFF"/>
                </a:solidFill>
              </a:defRPr>
            </a:lvl3pPr>
            <a:lvl4pPr marL="1828800" lvl="3" indent="-228600" algn="l">
              <a:lnSpc>
                <a:spcPct val="100000"/>
              </a:lnSpc>
              <a:spcBef>
                <a:spcPts val="1800"/>
              </a:spcBef>
              <a:spcAft>
                <a:spcPts val="0"/>
              </a:spcAft>
              <a:buClr>
                <a:srgbClr val="FFFFFF"/>
              </a:buClr>
              <a:buSzPts val="2200"/>
              <a:buFont typeface="Gill Sans"/>
              <a:buNone/>
              <a:defRPr sz="2200">
                <a:solidFill>
                  <a:srgbClr val="FFFFFF"/>
                </a:solidFill>
              </a:defRPr>
            </a:lvl4pPr>
            <a:lvl5pPr marL="2286000" lvl="4" indent="-228600" algn="l">
              <a:lnSpc>
                <a:spcPct val="100000"/>
              </a:lnSpc>
              <a:spcBef>
                <a:spcPts val="1800"/>
              </a:spcBef>
              <a:spcAft>
                <a:spcPts val="0"/>
              </a:spcAft>
              <a:buClr>
                <a:srgbClr val="FFFFFF"/>
              </a:buClr>
              <a:buSzPts val="2200"/>
              <a:buFont typeface="Gill Sans"/>
              <a:buNone/>
              <a:defRPr sz="22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72" name="Google Shape;272;p61"/>
          <p:cNvSpPr txBox="1">
            <a:spLocks noGrp="1"/>
          </p:cNvSpPr>
          <p:nvPr>
            <p:ph type="sldNum" idx="12"/>
          </p:nvPr>
        </p:nvSpPr>
        <p:spPr>
          <a:xfrm>
            <a:off x="866771" y="813792"/>
            <a:ext cx="1110041" cy="739987"/>
          </a:xfrm>
          <a:prstGeom prst="rect">
            <a:avLst/>
          </a:prstGeom>
          <a:noFill/>
          <a:ln>
            <a:noFill/>
          </a:ln>
        </p:spPr>
        <p:txBody>
          <a:bodyPr spcFirstLastPara="1" wrap="square" lIns="27075" tIns="27075" rIns="27075" bIns="27075" anchor="t" anchorCtr="0">
            <a:spAutoFit/>
          </a:bodyPr>
          <a:lstStyle>
            <a:lvl1pPr marL="0" marR="0" lvl="0" indent="0" algn="l">
              <a:lnSpc>
                <a:spcPct val="100000"/>
              </a:lnSpc>
              <a:spcBef>
                <a:spcPts val="0"/>
              </a:spcBef>
              <a:spcAft>
                <a:spcPts val="0"/>
              </a:spcAft>
              <a:buClr>
                <a:srgbClr val="FFFFFF"/>
              </a:buClr>
              <a:buSzPts val="4800"/>
              <a:buFont typeface="Gill Sans"/>
              <a:buNone/>
              <a:defRPr>
                <a:solidFill>
                  <a:srgbClr val="FFFFFF"/>
                </a:solidFill>
              </a:defRPr>
            </a:lvl1pPr>
            <a:lvl2pPr marL="0" marR="0" lvl="1" indent="0" algn="l">
              <a:lnSpc>
                <a:spcPct val="100000"/>
              </a:lnSpc>
              <a:spcBef>
                <a:spcPts val="0"/>
              </a:spcBef>
              <a:spcAft>
                <a:spcPts val="0"/>
              </a:spcAft>
              <a:buClr>
                <a:srgbClr val="FFFFFF"/>
              </a:buClr>
              <a:buSzPts val="4800"/>
              <a:buFont typeface="Gill Sans"/>
              <a:buNone/>
              <a:defRPr>
                <a:solidFill>
                  <a:srgbClr val="FFFFFF"/>
                </a:solidFill>
              </a:defRPr>
            </a:lvl2pPr>
            <a:lvl3pPr marL="0" marR="0" lvl="2" indent="0" algn="l">
              <a:lnSpc>
                <a:spcPct val="100000"/>
              </a:lnSpc>
              <a:spcBef>
                <a:spcPts val="0"/>
              </a:spcBef>
              <a:spcAft>
                <a:spcPts val="0"/>
              </a:spcAft>
              <a:buClr>
                <a:srgbClr val="FFFFFF"/>
              </a:buClr>
              <a:buSzPts val="4800"/>
              <a:buFont typeface="Gill Sans"/>
              <a:buNone/>
              <a:defRPr>
                <a:solidFill>
                  <a:srgbClr val="FFFFFF"/>
                </a:solidFill>
              </a:defRPr>
            </a:lvl3pPr>
            <a:lvl4pPr marL="0" marR="0" lvl="3" indent="0" algn="l">
              <a:lnSpc>
                <a:spcPct val="100000"/>
              </a:lnSpc>
              <a:spcBef>
                <a:spcPts val="0"/>
              </a:spcBef>
              <a:spcAft>
                <a:spcPts val="0"/>
              </a:spcAft>
              <a:buClr>
                <a:srgbClr val="FFFFFF"/>
              </a:buClr>
              <a:buSzPts val="4800"/>
              <a:buFont typeface="Gill Sans"/>
              <a:buNone/>
              <a:defRPr>
                <a:solidFill>
                  <a:srgbClr val="FFFFFF"/>
                </a:solidFill>
              </a:defRPr>
            </a:lvl4pPr>
            <a:lvl5pPr marL="0" marR="0" lvl="4" indent="0" algn="l">
              <a:lnSpc>
                <a:spcPct val="100000"/>
              </a:lnSpc>
              <a:spcBef>
                <a:spcPts val="0"/>
              </a:spcBef>
              <a:spcAft>
                <a:spcPts val="0"/>
              </a:spcAft>
              <a:buClr>
                <a:srgbClr val="FFFFFF"/>
              </a:buClr>
              <a:buSzPts val="4800"/>
              <a:buFont typeface="Gill Sans"/>
              <a:buNone/>
              <a:defRPr>
                <a:solidFill>
                  <a:srgbClr val="FFFFFF"/>
                </a:solidFill>
              </a:defRPr>
            </a:lvl5pPr>
            <a:lvl6pPr marL="0" marR="0" lvl="5" indent="0" algn="l">
              <a:lnSpc>
                <a:spcPct val="100000"/>
              </a:lnSpc>
              <a:spcBef>
                <a:spcPts val="0"/>
              </a:spcBef>
              <a:spcAft>
                <a:spcPts val="0"/>
              </a:spcAft>
              <a:buClr>
                <a:srgbClr val="FFFFFF"/>
              </a:buClr>
              <a:buSzPts val="4800"/>
              <a:buFont typeface="Gill Sans"/>
              <a:buNone/>
              <a:defRPr>
                <a:solidFill>
                  <a:srgbClr val="FFFFFF"/>
                </a:solidFill>
              </a:defRPr>
            </a:lvl6pPr>
            <a:lvl7pPr marL="0" marR="0" lvl="6" indent="0" algn="l">
              <a:lnSpc>
                <a:spcPct val="100000"/>
              </a:lnSpc>
              <a:spcBef>
                <a:spcPts val="0"/>
              </a:spcBef>
              <a:spcAft>
                <a:spcPts val="0"/>
              </a:spcAft>
              <a:buClr>
                <a:srgbClr val="FFFFFF"/>
              </a:buClr>
              <a:buSzPts val="4800"/>
              <a:buFont typeface="Gill Sans"/>
              <a:buNone/>
              <a:defRPr>
                <a:solidFill>
                  <a:srgbClr val="FFFFFF"/>
                </a:solidFill>
              </a:defRPr>
            </a:lvl7pPr>
            <a:lvl8pPr marL="0" marR="0" lvl="7" indent="0" algn="l">
              <a:lnSpc>
                <a:spcPct val="100000"/>
              </a:lnSpc>
              <a:spcBef>
                <a:spcPts val="0"/>
              </a:spcBef>
              <a:spcAft>
                <a:spcPts val="0"/>
              </a:spcAft>
              <a:buClr>
                <a:srgbClr val="FFFFFF"/>
              </a:buClr>
              <a:buSzPts val="4800"/>
              <a:buFont typeface="Gill Sans"/>
              <a:buNone/>
              <a:defRPr>
                <a:solidFill>
                  <a:srgbClr val="FFFFFF"/>
                </a:solidFill>
              </a:defRPr>
            </a:lvl8pPr>
            <a:lvl9pPr marL="0" marR="0" lvl="8" indent="0" algn="l">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l"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Quote">
  <p:cSld name="Quote">
    <p:spTree>
      <p:nvGrpSpPr>
        <p:cNvPr id="1" name="Shape 273"/>
        <p:cNvGrpSpPr/>
        <p:nvPr/>
      </p:nvGrpSpPr>
      <p:grpSpPr>
        <a:xfrm>
          <a:off x="0" y="0"/>
          <a:ext cx="0" cy="0"/>
          <a:chOff x="0" y="0"/>
          <a:chExt cx="0" cy="0"/>
        </a:xfrm>
      </p:grpSpPr>
      <p:sp>
        <p:nvSpPr>
          <p:cNvPr id="274" name="Google Shape;274;p62"/>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75" name="Google Shape;275;p62"/>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76" name="Google Shape;276;p62"/>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77" name="Google Shape;277;p62"/>
          <p:cNvSpPr txBox="1">
            <a:spLocks noGrp="1"/>
          </p:cNvSpPr>
          <p:nvPr>
            <p:ph type="body" idx="1"/>
          </p:nvPr>
        </p:nvSpPr>
        <p:spPr>
          <a:xfrm>
            <a:off x="2028820" y="1373584"/>
            <a:ext cx="8562550" cy="5435402"/>
          </a:xfrm>
          <a:prstGeom prst="rect">
            <a:avLst/>
          </a:prstGeom>
          <a:noFill/>
          <a:ln>
            <a:noFill/>
          </a:ln>
        </p:spPr>
        <p:txBody>
          <a:bodyPr spcFirstLastPara="1" wrap="square" lIns="27075" tIns="27075" rIns="27075" bIns="27075" anchor="t" anchorCtr="0">
            <a:normAutofit/>
          </a:bodyPr>
          <a:lstStyle>
            <a:lvl1pPr marL="457200" lvl="0" indent="-228600" algn="l">
              <a:lnSpc>
                <a:spcPct val="90000"/>
              </a:lnSpc>
              <a:spcBef>
                <a:spcPts val="0"/>
              </a:spcBef>
              <a:spcAft>
                <a:spcPts val="0"/>
              </a:spcAft>
              <a:buClr>
                <a:srgbClr val="FFFFFF"/>
              </a:buClr>
              <a:buSzPts val="7800"/>
              <a:buFont typeface="Gill Sans"/>
              <a:buNone/>
              <a:defRPr sz="7800">
                <a:solidFill>
                  <a:srgbClr val="FFFFFF"/>
                </a:solidFill>
              </a:defRPr>
            </a:lvl1pPr>
            <a:lvl2pPr marL="914400" lvl="1" indent="-228600" algn="l">
              <a:lnSpc>
                <a:spcPct val="90000"/>
              </a:lnSpc>
              <a:spcBef>
                <a:spcPts val="0"/>
              </a:spcBef>
              <a:spcAft>
                <a:spcPts val="0"/>
              </a:spcAft>
              <a:buClr>
                <a:srgbClr val="FFFFFF"/>
              </a:buClr>
              <a:buSzPts val="7800"/>
              <a:buFont typeface="Gill Sans"/>
              <a:buNone/>
              <a:defRPr sz="7800">
                <a:solidFill>
                  <a:srgbClr val="FFFFFF"/>
                </a:solidFill>
              </a:defRPr>
            </a:lvl2pPr>
            <a:lvl3pPr marL="1371600" lvl="2" indent="-228600" algn="l">
              <a:lnSpc>
                <a:spcPct val="90000"/>
              </a:lnSpc>
              <a:spcBef>
                <a:spcPts val="0"/>
              </a:spcBef>
              <a:spcAft>
                <a:spcPts val="0"/>
              </a:spcAft>
              <a:buClr>
                <a:srgbClr val="FFFFFF"/>
              </a:buClr>
              <a:buSzPts val="7800"/>
              <a:buFont typeface="Gill Sans"/>
              <a:buNone/>
              <a:defRPr sz="7800">
                <a:solidFill>
                  <a:srgbClr val="FFFFFF"/>
                </a:solidFill>
              </a:defRPr>
            </a:lvl3pPr>
            <a:lvl4pPr marL="1828800" lvl="3" indent="-228600" algn="l">
              <a:lnSpc>
                <a:spcPct val="90000"/>
              </a:lnSpc>
              <a:spcBef>
                <a:spcPts val="0"/>
              </a:spcBef>
              <a:spcAft>
                <a:spcPts val="0"/>
              </a:spcAft>
              <a:buClr>
                <a:srgbClr val="FFFFFF"/>
              </a:buClr>
              <a:buSzPts val="7800"/>
              <a:buFont typeface="Gill Sans"/>
              <a:buNone/>
              <a:defRPr sz="7800">
                <a:solidFill>
                  <a:srgbClr val="FFFFFF"/>
                </a:solidFill>
              </a:defRPr>
            </a:lvl4pPr>
            <a:lvl5pPr marL="2286000" lvl="4" indent="-228600" algn="l">
              <a:lnSpc>
                <a:spcPct val="90000"/>
              </a:lnSpc>
              <a:spcBef>
                <a:spcPts val="0"/>
              </a:spcBef>
              <a:spcAft>
                <a:spcPts val="0"/>
              </a:spcAft>
              <a:buClr>
                <a:srgbClr val="FFFFFF"/>
              </a:buClr>
              <a:buSzPts val="7800"/>
              <a:buFont typeface="Gill Sans"/>
              <a:buNone/>
              <a:defRPr sz="78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78" name="Google Shape;278;p62"/>
          <p:cNvSpPr txBox="1">
            <a:spLocks noGrp="1"/>
          </p:cNvSpPr>
          <p:nvPr>
            <p:ph type="body" idx="2"/>
          </p:nvPr>
        </p:nvSpPr>
        <p:spPr>
          <a:xfrm>
            <a:off x="2028820" y="7170142"/>
            <a:ext cx="5355255" cy="1209874"/>
          </a:xfrm>
          <a:prstGeom prst="rect">
            <a:avLst/>
          </a:prstGeom>
          <a:noFill/>
          <a:ln>
            <a:noFill/>
          </a:ln>
        </p:spPr>
        <p:txBody>
          <a:bodyPr spcFirstLastPara="1" wrap="square" lIns="36100" tIns="36100" rIns="36100" bIns="36100" anchor="ctr" anchorCtr="0">
            <a:norm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79" name="Google Shape;279;p62"/>
          <p:cNvSpPr/>
          <p:nvPr/>
        </p:nvSpPr>
        <p:spPr>
          <a:xfrm>
            <a:off x="1343967" y="1363163"/>
            <a:ext cx="562386" cy="508404"/>
          </a:xfrm>
          <a:custGeom>
            <a:avLst/>
            <a:gdLst/>
            <a:ahLst/>
            <a:cxnLst/>
            <a:rect l="l" t="t" r="r" b="b"/>
            <a:pathLst>
              <a:path w="21565" h="21600" extrusionOk="0">
                <a:moveTo>
                  <a:pt x="12941" y="21600"/>
                </a:moveTo>
                <a:lnTo>
                  <a:pt x="12941" y="11305"/>
                </a:lnTo>
                <a:cubicBezTo>
                  <a:pt x="12900" y="9824"/>
                  <a:pt x="13093" y="8434"/>
                  <a:pt x="13518" y="7133"/>
                </a:cubicBezTo>
                <a:cubicBezTo>
                  <a:pt x="13943" y="5832"/>
                  <a:pt x="14540" y="4688"/>
                  <a:pt x="15310" y="3701"/>
                </a:cubicBezTo>
                <a:cubicBezTo>
                  <a:pt x="16078" y="2715"/>
                  <a:pt x="17000" y="1896"/>
                  <a:pt x="18073" y="1245"/>
                </a:cubicBezTo>
                <a:cubicBezTo>
                  <a:pt x="19145" y="595"/>
                  <a:pt x="20310" y="180"/>
                  <a:pt x="21565" y="0"/>
                </a:cubicBezTo>
                <a:lnTo>
                  <a:pt x="21565" y="4441"/>
                </a:lnTo>
                <a:cubicBezTo>
                  <a:pt x="20026" y="5025"/>
                  <a:pt x="18973" y="5888"/>
                  <a:pt x="18407" y="7032"/>
                </a:cubicBezTo>
                <a:cubicBezTo>
                  <a:pt x="17840" y="8176"/>
                  <a:pt x="17557" y="9578"/>
                  <a:pt x="17557" y="11237"/>
                </a:cubicBezTo>
                <a:lnTo>
                  <a:pt x="21565" y="11237"/>
                </a:lnTo>
                <a:lnTo>
                  <a:pt x="21565" y="21600"/>
                </a:lnTo>
                <a:cubicBezTo>
                  <a:pt x="21565" y="21600"/>
                  <a:pt x="12941" y="21600"/>
                  <a:pt x="12941" y="21600"/>
                </a:cubicBezTo>
                <a:close/>
                <a:moveTo>
                  <a:pt x="6" y="21600"/>
                </a:moveTo>
                <a:lnTo>
                  <a:pt x="6" y="11305"/>
                </a:lnTo>
                <a:cubicBezTo>
                  <a:pt x="-35" y="9824"/>
                  <a:pt x="158" y="8434"/>
                  <a:pt x="583" y="7133"/>
                </a:cubicBezTo>
                <a:cubicBezTo>
                  <a:pt x="1008" y="5832"/>
                  <a:pt x="1605" y="4688"/>
                  <a:pt x="2374" y="3701"/>
                </a:cubicBezTo>
                <a:cubicBezTo>
                  <a:pt x="3143" y="2715"/>
                  <a:pt x="4064" y="1896"/>
                  <a:pt x="5138" y="1245"/>
                </a:cubicBezTo>
                <a:cubicBezTo>
                  <a:pt x="6210" y="595"/>
                  <a:pt x="7374" y="180"/>
                  <a:pt x="8629" y="0"/>
                </a:cubicBezTo>
                <a:lnTo>
                  <a:pt x="8629" y="4441"/>
                </a:lnTo>
                <a:cubicBezTo>
                  <a:pt x="7090" y="5025"/>
                  <a:pt x="6038" y="5888"/>
                  <a:pt x="5471" y="7032"/>
                </a:cubicBezTo>
                <a:cubicBezTo>
                  <a:pt x="4904" y="8176"/>
                  <a:pt x="4621" y="9578"/>
                  <a:pt x="4621" y="11237"/>
                </a:cubicBezTo>
                <a:lnTo>
                  <a:pt x="8629" y="11237"/>
                </a:lnTo>
                <a:lnTo>
                  <a:pt x="8629" y="21600"/>
                </a:lnTo>
                <a:cubicBezTo>
                  <a:pt x="8629" y="21600"/>
                  <a:pt x="6" y="21600"/>
                  <a:pt x="6" y="21600"/>
                </a:cubicBezTo>
                <a:close/>
              </a:path>
            </a:pathLst>
          </a:cu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252525"/>
              </a:buClr>
              <a:buSzPts val="2000"/>
              <a:buFont typeface="Gill Sans"/>
              <a:buNone/>
            </a:pPr>
            <a:endParaRPr sz="2000" b="0" i="0" u="none" strike="noStrike" cap="none">
              <a:solidFill>
                <a:srgbClr val="252525"/>
              </a:solidFill>
              <a:latin typeface="Gill Sans"/>
              <a:ea typeface="Gill Sans"/>
              <a:cs typeface="Gill Sans"/>
              <a:sym typeface="Gill Sans"/>
            </a:endParaRPr>
          </a:p>
        </p:txBody>
      </p:sp>
      <p:sp>
        <p:nvSpPr>
          <p:cNvPr id="280" name="Google Shape;280;p62"/>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Callout &amp; Caption">
  <p:cSld name="Callout &amp; Caption">
    <p:spTree>
      <p:nvGrpSpPr>
        <p:cNvPr id="1" name="Shape 281"/>
        <p:cNvGrpSpPr/>
        <p:nvPr/>
      </p:nvGrpSpPr>
      <p:grpSpPr>
        <a:xfrm>
          <a:off x="0" y="0"/>
          <a:ext cx="0" cy="0"/>
          <a:chOff x="0" y="0"/>
          <a:chExt cx="0" cy="0"/>
        </a:xfrm>
      </p:grpSpPr>
      <p:sp>
        <p:nvSpPr>
          <p:cNvPr id="282" name="Google Shape;282;p63"/>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83" name="Google Shape;283;p63"/>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84" name="Google Shape;284;p63"/>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85" name="Google Shape;285;p63"/>
          <p:cNvSpPr txBox="1">
            <a:spLocks noGrp="1"/>
          </p:cNvSpPr>
          <p:nvPr>
            <p:ph type="title"/>
          </p:nvPr>
        </p:nvSpPr>
        <p:spPr>
          <a:xfrm>
            <a:off x="1419301" y="1373584"/>
            <a:ext cx="9396976" cy="5435402"/>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7800"/>
              <a:buFont typeface="Gill Sans"/>
              <a:buNone/>
              <a:defRPr sz="78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86" name="Google Shape;286;p63"/>
          <p:cNvSpPr txBox="1">
            <a:spLocks noGrp="1"/>
          </p:cNvSpPr>
          <p:nvPr>
            <p:ph type="body" idx="1"/>
          </p:nvPr>
        </p:nvSpPr>
        <p:spPr>
          <a:xfrm>
            <a:off x="1419301" y="6808985"/>
            <a:ext cx="6958903" cy="1571031"/>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900"/>
              </a:spcBef>
              <a:spcAft>
                <a:spcPts val="0"/>
              </a:spcAft>
              <a:buClr>
                <a:srgbClr val="FFFFFF"/>
              </a:buClr>
              <a:buSzPts val="2800"/>
              <a:buFont typeface="Gill Sans"/>
              <a:buNone/>
              <a:defRPr sz="2800">
                <a:solidFill>
                  <a:srgbClr val="FFFFFF"/>
                </a:solidFill>
              </a:defRPr>
            </a:lvl1pPr>
            <a:lvl2pPr marL="914400" lvl="1" indent="-228600" algn="l">
              <a:lnSpc>
                <a:spcPct val="100000"/>
              </a:lnSpc>
              <a:spcBef>
                <a:spcPts val="1900"/>
              </a:spcBef>
              <a:spcAft>
                <a:spcPts val="0"/>
              </a:spcAft>
              <a:buClr>
                <a:srgbClr val="FFFFFF"/>
              </a:buClr>
              <a:buSzPts val="2800"/>
              <a:buFont typeface="Gill Sans"/>
              <a:buNone/>
              <a:defRPr sz="2800">
                <a:solidFill>
                  <a:srgbClr val="FFFFFF"/>
                </a:solidFill>
              </a:defRPr>
            </a:lvl2pPr>
            <a:lvl3pPr marL="1371600" lvl="2" indent="-228600" algn="l">
              <a:lnSpc>
                <a:spcPct val="100000"/>
              </a:lnSpc>
              <a:spcBef>
                <a:spcPts val="1900"/>
              </a:spcBef>
              <a:spcAft>
                <a:spcPts val="0"/>
              </a:spcAft>
              <a:buClr>
                <a:srgbClr val="FFFFFF"/>
              </a:buClr>
              <a:buSzPts val="2800"/>
              <a:buFont typeface="Gill Sans"/>
              <a:buNone/>
              <a:defRPr sz="2800">
                <a:solidFill>
                  <a:srgbClr val="FFFFFF"/>
                </a:solidFill>
              </a:defRPr>
            </a:lvl3pPr>
            <a:lvl4pPr marL="1828800" lvl="3" indent="-228600" algn="l">
              <a:lnSpc>
                <a:spcPct val="100000"/>
              </a:lnSpc>
              <a:spcBef>
                <a:spcPts val="1900"/>
              </a:spcBef>
              <a:spcAft>
                <a:spcPts val="0"/>
              </a:spcAft>
              <a:buClr>
                <a:srgbClr val="FFFFFF"/>
              </a:buClr>
              <a:buSzPts val="2800"/>
              <a:buFont typeface="Gill Sans"/>
              <a:buNone/>
              <a:defRPr sz="2800">
                <a:solidFill>
                  <a:srgbClr val="FFFFFF"/>
                </a:solidFill>
              </a:defRPr>
            </a:lvl4pPr>
            <a:lvl5pPr marL="2286000" lvl="4" indent="-228600" algn="l">
              <a:lnSpc>
                <a:spcPct val="100000"/>
              </a:lnSpc>
              <a:spcBef>
                <a:spcPts val="1900"/>
              </a:spcBef>
              <a:spcAft>
                <a:spcPts val="0"/>
              </a:spcAft>
              <a:buClr>
                <a:srgbClr val="FFFFFF"/>
              </a:buClr>
              <a:buSzPts val="2800"/>
              <a:buFont typeface="Gill Sans"/>
              <a:buNone/>
              <a:defRPr sz="28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87" name="Google Shape;287;p63"/>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Subtitle &amp; Callout">
  <p:cSld name="Subtitle &amp; Callout">
    <p:spTree>
      <p:nvGrpSpPr>
        <p:cNvPr id="1" name="Shape 288"/>
        <p:cNvGrpSpPr/>
        <p:nvPr/>
      </p:nvGrpSpPr>
      <p:grpSpPr>
        <a:xfrm>
          <a:off x="0" y="0"/>
          <a:ext cx="0" cy="0"/>
          <a:chOff x="0" y="0"/>
          <a:chExt cx="0" cy="0"/>
        </a:xfrm>
      </p:grpSpPr>
      <p:sp>
        <p:nvSpPr>
          <p:cNvPr id="289" name="Google Shape;289;p64"/>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90" name="Google Shape;290;p64"/>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91" name="Google Shape;291;p64"/>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92" name="Google Shape;292;p64"/>
          <p:cNvSpPr txBox="1">
            <a:spLocks noGrp="1"/>
          </p:cNvSpPr>
          <p:nvPr>
            <p:ph type="title"/>
          </p:nvPr>
        </p:nvSpPr>
        <p:spPr>
          <a:xfrm>
            <a:off x="1419301" y="3549550"/>
            <a:ext cx="9396976" cy="4830466"/>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7800"/>
              <a:buFont typeface="Gill Sans"/>
              <a:buNone/>
              <a:defRPr sz="78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293" name="Google Shape;293;p64"/>
          <p:cNvSpPr txBox="1">
            <a:spLocks noGrp="1"/>
          </p:cNvSpPr>
          <p:nvPr>
            <p:ph type="body" idx="1"/>
          </p:nvPr>
        </p:nvSpPr>
        <p:spPr>
          <a:xfrm>
            <a:off x="1419301" y="1373584"/>
            <a:ext cx="6958903" cy="1571031"/>
          </a:xfrm>
          <a:prstGeom prst="rect">
            <a:avLst/>
          </a:prstGeom>
          <a:noFill/>
          <a:ln>
            <a:noFill/>
          </a:ln>
        </p:spPr>
        <p:txBody>
          <a:bodyPr spcFirstLastPara="1" wrap="square" lIns="27075" tIns="27075" rIns="27075" bIns="27075" anchor="t" anchorCtr="0">
            <a:norm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228600" algn="l">
              <a:lnSpc>
                <a:spcPct val="100000"/>
              </a:lnSpc>
              <a:spcBef>
                <a:spcPts val="0"/>
              </a:spcBef>
              <a:spcAft>
                <a:spcPts val="0"/>
              </a:spcAft>
              <a:buClr>
                <a:srgbClr val="FFFFFF"/>
              </a:buClr>
              <a:buSzPts val="3400"/>
              <a:buFont typeface="Gill Sans"/>
              <a:buNone/>
              <a:defRPr sz="3400">
                <a:solidFill>
                  <a:srgbClr val="FFFFFF"/>
                </a:solidFill>
              </a:defRPr>
            </a:lvl2pPr>
            <a:lvl3pPr marL="1371600" lvl="2" indent="-228600" algn="l">
              <a:lnSpc>
                <a:spcPct val="100000"/>
              </a:lnSpc>
              <a:spcBef>
                <a:spcPts val="0"/>
              </a:spcBef>
              <a:spcAft>
                <a:spcPts val="0"/>
              </a:spcAft>
              <a:buClr>
                <a:srgbClr val="FFFFFF"/>
              </a:buClr>
              <a:buSzPts val="3400"/>
              <a:buFont typeface="Gill Sans"/>
              <a:buNone/>
              <a:defRPr sz="3400">
                <a:solidFill>
                  <a:srgbClr val="FFFFFF"/>
                </a:solidFill>
              </a:defRPr>
            </a:lvl3pPr>
            <a:lvl4pPr marL="1828800" lvl="3" indent="-228600" algn="l">
              <a:lnSpc>
                <a:spcPct val="100000"/>
              </a:lnSpc>
              <a:spcBef>
                <a:spcPts val="0"/>
              </a:spcBef>
              <a:spcAft>
                <a:spcPts val="0"/>
              </a:spcAft>
              <a:buClr>
                <a:srgbClr val="FFFFFF"/>
              </a:buClr>
              <a:buSzPts val="3400"/>
              <a:buFont typeface="Gill Sans"/>
              <a:buNone/>
              <a:defRPr sz="3400">
                <a:solidFill>
                  <a:srgbClr val="FFFFFF"/>
                </a:solidFill>
              </a:defRPr>
            </a:lvl4pPr>
            <a:lvl5pPr marL="2286000" lvl="4" indent="-228600" algn="l">
              <a:lnSpc>
                <a:spcPct val="100000"/>
              </a:lnSpc>
              <a:spcBef>
                <a:spcPts val="0"/>
              </a:spcBef>
              <a:spcAft>
                <a:spcPts val="0"/>
              </a:spcAft>
              <a:buClr>
                <a:srgbClr val="FFFFFF"/>
              </a:buClr>
              <a:buSzPts val="3400"/>
              <a:buFont typeface="Gill Sans"/>
              <a:buNone/>
              <a:defRPr sz="34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294" name="Google Shape;294;p64"/>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Statement">
  <p:cSld name="Statement">
    <p:spTree>
      <p:nvGrpSpPr>
        <p:cNvPr id="1" name="Shape 295"/>
        <p:cNvGrpSpPr/>
        <p:nvPr/>
      </p:nvGrpSpPr>
      <p:grpSpPr>
        <a:xfrm>
          <a:off x="0" y="0"/>
          <a:ext cx="0" cy="0"/>
          <a:chOff x="0" y="0"/>
          <a:chExt cx="0" cy="0"/>
        </a:xfrm>
      </p:grpSpPr>
      <p:sp>
        <p:nvSpPr>
          <p:cNvPr id="296" name="Google Shape;296;p65"/>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97" name="Google Shape;297;p65"/>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98" name="Google Shape;298;p65"/>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299" name="Google Shape;299;p65"/>
          <p:cNvSpPr txBox="1">
            <a:spLocks noGrp="1"/>
          </p:cNvSpPr>
          <p:nvPr>
            <p:ph type="body" idx="1"/>
          </p:nvPr>
        </p:nvSpPr>
        <p:spPr>
          <a:xfrm>
            <a:off x="1419301" y="1373584"/>
            <a:ext cx="9172068" cy="7006432"/>
          </a:xfrm>
          <a:prstGeom prst="rect">
            <a:avLst/>
          </a:prstGeom>
          <a:noFill/>
          <a:ln>
            <a:noFill/>
          </a:ln>
        </p:spPr>
        <p:txBody>
          <a:bodyPr spcFirstLastPara="1" wrap="square" lIns="27075" tIns="27075" rIns="27075" bIns="27075" anchor="ctr" anchorCtr="0">
            <a:normAutofit/>
          </a:bodyPr>
          <a:lstStyle>
            <a:lvl1pPr marL="457200" lvl="0" indent="-228600" algn="l">
              <a:lnSpc>
                <a:spcPct val="90000"/>
              </a:lnSpc>
              <a:spcBef>
                <a:spcPts val="0"/>
              </a:spcBef>
              <a:spcAft>
                <a:spcPts val="0"/>
              </a:spcAft>
              <a:buClr>
                <a:srgbClr val="FFFFFF"/>
              </a:buClr>
              <a:buSzPts val="7800"/>
              <a:buFont typeface="Gill Sans"/>
              <a:buNone/>
              <a:defRPr sz="7800">
                <a:solidFill>
                  <a:srgbClr val="FFFFFF"/>
                </a:solidFill>
              </a:defRPr>
            </a:lvl1pPr>
            <a:lvl2pPr marL="914400" lvl="1" indent="-228600" algn="l">
              <a:lnSpc>
                <a:spcPct val="90000"/>
              </a:lnSpc>
              <a:spcBef>
                <a:spcPts val="0"/>
              </a:spcBef>
              <a:spcAft>
                <a:spcPts val="0"/>
              </a:spcAft>
              <a:buClr>
                <a:srgbClr val="FFFFFF"/>
              </a:buClr>
              <a:buSzPts val="7800"/>
              <a:buFont typeface="Gill Sans"/>
              <a:buNone/>
              <a:defRPr sz="7800">
                <a:solidFill>
                  <a:srgbClr val="FFFFFF"/>
                </a:solidFill>
              </a:defRPr>
            </a:lvl2pPr>
            <a:lvl3pPr marL="1371600" lvl="2" indent="-228600" algn="l">
              <a:lnSpc>
                <a:spcPct val="90000"/>
              </a:lnSpc>
              <a:spcBef>
                <a:spcPts val="0"/>
              </a:spcBef>
              <a:spcAft>
                <a:spcPts val="0"/>
              </a:spcAft>
              <a:buClr>
                <a:srgbClr val="FFFFFF"/>
              </a:buClr>
              <a:buSzPts val="7800"/>
              <a:buFont typeface="Gill Sans"/>
              <a:buNone/>
              <a:defRPr sz="7800">
                <a:solidFill>
                  <a:srgbClr val="FFFFFF"/>
                </a:solidFill>
              </a:defRPr>
            </a:lvl3pPr>
            <a:lvl4pPr marL="1828800" lvl="3" indent="-228600" algn="l">
              <a:lnSpc>
                <a:spcPct val="90000"/>
              </a:lnSpc>
              <a:spcBef>
                <a:spcPts val="0"/>
              </a:spcBef>
              <a:spcAft>
                <a:spcPts val="0"/>
              </a:spcAft>
              <a:buClr>
                <a:srgbClr val="FFFFFF"/>
              </a:buClr>
              <a:buSzPts val="7800"/>
              <a:buFont typeface="Gill Sans"/>
              <a:buNone/>
              <a:defRPr sz="7800">
                <a:solidFill>
                  <a:srgbClr val="FFFFFF"/>
                </a:solidFill>
              </a:defRPr>
            </a:lvl4pPr>
            <a:lvl5pPr marL="2286000" lvl="4" indent="-228600" algn="l">
              <a:lnSpc>
                <a:spcPct val="90000"/>
              </a:lnSpc>
              <a:spcBef>
                <a:spcPts val="0"/>
              </a:spcBef>
              <a:spcAft>
                <a:spcPts val="0"/>
              </a:spcAft>
              <a:buClr>
                <a:srgbClr val="FFFFFF"/>
              </a:buClr>
              <a:buSzPts val="7800"/>
              <a:buFont typeface="Gill Sans"/>
              <a:buNone/>
              <a:defRPr sz="78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00" name="Google Shape;300;p65"/>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Big Fact">
  <p:cSld name="Big Fact">
    <p:spTree>
      <p:nvGrpSpPr>
        <p:cNvPr id="1" name="Shape 301"/>
        <p:cNvGrpSpPr/>
        <p:nvPr/>
      </p:nvGrpSpPr>
      <p:grpSpPr>
        <a:xfrm>
          <a:off x="0" y="0"/>
          <a:ext cx="0" cy="0"/>
          <a:chOff x="0" y="0"/>
          <a:chExt cx="0" cy="0"/>
        </a:xfrm>
      </p:grpSpPr>
      <p:sp>
        <p:nvSpPr>
          <p:cNvPr id="302" name="Google Shape;302;p66"/>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03" name="Google Shape;303;p66"/>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04" name="Google Shape;304;p66"/>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05" name="Google Shape;305;p66"/>
          <p:cNvSpPr txBox="1">
            <a:spLocks noGrp="1"/>
          </p:cNvSpPr>
          <p:nvPr>
            <p:ph type="body" idx="1"/>
          </p:nvPr>
        </p:nvSpPr>
        <p:spPr>
          <a:xfrm>
            <a:off x="1419301" y="4876800"/>
            <a:ext cx="8947160" cy="2898279"/>
          </a:xfrm>
          <a:prstGeom prst="rect">
            <a:avLst/>
          </a:prstGeom>
          <a:noFill/>
          <a:ln>
            <a:noFill/>
          </a:ln>
        </p:spPr>
        <p:txBody>
          <a:bodyPr spcFirstLastPara="1" wrap="square" lIns="27075" tIns="27075" rIns="27075" bIns="27075" anchor="t" anchorCtr="0">
            <a:normAutofit/>
          </a:bodyPr>
          <a:lstStyle>
            <a:lvl1pPr marL="457200" lvl="0" indent="-228600" algn="l">
              <a:lnSpc>
                <a:spcPct val="90000"/>
              </a:lnSpc>
              <a:spcBef>
                <a:spcPts val="0"/>
              </a:spcBef>
              <a:spcAft>
                <a:spcPts val="0"/>
              </a:spcAft>
              <a:buClr>
                <a:srgbClr val="FFFFFF"/>
              </a:buClr>
              <a:buSzPts val="7800"/>
              <a:buFont typeface="Gill Sans"/>
              <a:buNone/>
              <a:defRPr sz="7800">
                <a:solidFill>
                  <a:srgbClr val="FFFFFF"/>
                </a:solidFill>
              </a:defRPr>
            </a:lvl1pPr>
            <a:lvl2pPr marL="914400" lvl="1" indent="-228600" algn="l">
              <a:lnSpc>
                <a:spcPct val="90000"/>
              </a:lnSpc>
              <a:spcBef>
                <a:spcPts val="0"/>
              </a:spcBef>
              <a:spcAft>
                <a:spcPts val="0"/>
              </a:spcAft>
              <a:buClr>
                <a:srgbClr val="FFFFFF"/>
              </a:buClr>
              <a:buSzPts val="7800"/>
              <a:buFont typeface="Gill Sans"/>
              <a:buNone/>
              <a:defRPr sz="7800">
                <a:solidFill>
                  <a:srgbClr val="FFFFFF"/>
                </a:solidFill>
              </a:defRPr>
            </a:lvl2pPr>
            <a:lvl3pPr marL="1371600" lvl="2" indent="-228600" algn="l">
              <a:lnSpc>
                <a:spcPct val="90000"/>
              </a:lnSpc>
              <a:spcBef>
                <a:spcPts val="0"/>
              </a:spcBef>
              <a:spcAft>
                <a:spcPts val="0"/>
              </a:spcAft>
              <a:buClr>
                <a:srgbClr val="FFFFFF"/>
              </a:buClr>
              <a:buSzPts val="7800"/>
              <a:buFont typeface="Gill Sans"/>
              <a:buNone/>
              <a:defRPr sz="7800">
                <a:solidFill>
                  <a:srgbClr val="FFFFFF"/>
                </a:solidFill>
              </a:defRPr>
            </a:lvl3pPr>
            <a:lvl4pPr marL="1828800" lvl="3" indent="-228600" algn="l">
              <a:lnSpc>
                <a:spcPct val="90000"/>
              </a:lnSpc>
              <a:spcBef>
                <a:spcPts val="0"/>
              </a:spcBef>
              <a:spcAft>
                <a:spcPts val="0"/>
              </a:spcAft>
              <a:buClr>
                <a:srgbClr val="FFFFFF"/>
              </a:buClr>
              <a:buSzPts val="7800"/>
              <a:buFont typeface="Gill Sans"/>
              <a:buNone/>
              <a:defRPr sz="7800">
                <a:solidFill>
                  <a:srgbClr val="FFFFFF"/>
                </a:solidFill>
              </a:defRPr>
            </a:lvl4pPr>
            <a:lvl5pPr marL="2286000" lvl="4" indent="-228600" algn="l">
              <a:lnSpc>
                <a:spcPct val="90000"/>
              </a:lnSpc>
              <a:spcBef>
                <a:spcPts val="0"/>
              </a:spcBef>
              <a:spcAft>
                <a:spcPts val="0"/>
              </a:spcAft>
              <a:buClr>
                <a:srgbClr val="FFFFFF"/>
              </a:buClr>
              <a:buSzPts val="7800"/>
              <a:buFont typeface="Gill Sans"/>
              <a:buNone/>
              <a:defRPr sz="78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06" name="Google Shape;306;p66"/>
          <p:cNvSpPr txBox="1">
            <a:spLocks noGrp="1"/>
          </p:cNvSpPr>
          <p:nvPr>
            <p:ph type="body" idx="2"/>
          </p:nvPr>
        </p:nvSpPr>
        <p:spPr>
          <a:xfrm>
            <a:off x="1419301" y="2159099"/>
            <a:ext cx="8089342" cy="3333751"/>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07" name="Google Shape;307;p66"/>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Definition">
  <p:cSld name="Definition">
    <p:spTree>
      <p:nvGrpSpPr>
        <p:cNvPr id="1" name="Shape 308"/>
        <p:cNvGrpSpPr/>
        <p:nvPr/>
      </p:nvGrpSpPr>
      <p:grpSpPr>
        <a:xfrm>
          <a:off x="0" y="0"/>
          <a:ext cx="0" cy="0"/>
          <a:chOff x="0" y="0"/>
          <a:chExt cx="0" cy="0"/>
        </a:xfrm>
      </p:grpSpPr>
      <p:sp>
        <p:nvSpPr>
          <p:cNvPr id="309" name="Google Shape;309;p67"/>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10" name="Google Shape;310;p67"/>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11" name="Google Shape;311;p67"/>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12" name="Google Shape;312;p67"/>
          <p:cNvSpPr txBox="1">
            <a:spLocks noGrp="1"/>
          </p:cNvSpPr>
          <p:nvPr>
            <p:ph type="body" idx="1"/>
          </p:nvPr>
        </p:nvSpPr>
        <p:spPr>
          <a:xfrm>
            <a:off x="1419301" y="1373584"/>
            <a:ext cx="8947160" cy="2537124"/>
          </a:xfrm>
          <a:prstGeom prst="rect">
            <a:avLst/>
          </a:prstGeom>
          <a:noFill/>
          <a:ln>
            <a:noFill/>
          </a:ln>
        </p:spPr>
        <p:txBody>
          <a:bodyPr spcFirstLastPara="1" wrap="square" lIns="36100" tIns="36100" rIns="36100" bIns="36100" anchor="t" anchorCtr="0">
            <a:normAutofit/>
          </a:bodyPr>
          <a:lstStyle>
            <a:lvl1pPr marL="457200" lvl="0" indent="-228600" algn="l">
              <a:lnSpc>
                <a:spcPct val="60000"/>
              </a:lnSpc>
              <a:spcBef>
                <a:spcPts val="0"/>
              </a:spcBef>
              <a:spcAft>
                <a:spcPts val="0"/>
              </a:spcAft>
              <a:buClr>
                <a:srgbClr val="9FDABF"/>
              </a:buClr>
              <a:buSzPts val="17000"/>
              <a:buFont typeface="Gill Sans"/>
              <a:buNone/>
              <a:defRPr sz="17000">
                <a:solidFill>
                  <a:srgbClr val="9FDAB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13" name="Google Shape;313;p67"/>
          <p:cNvSpPr txBox="1">
            <a:spLocks noGrp="1"/>
          </p:cNvSpPr>
          <p:nvPr>
            <p:ph type="body" idx="2"/>
          </p:nvPr>
        </p:nvSpPr>
        <p:spPr>
          <a:xfrm>
            <a:off x="1419301" y="4876800"/>
            <a:ext cx="8947161" cy="3503216"/>
          </a:xfrm>
          <a:prstGeom prst="rect">
            <a:avLst/>
          </a:prstGeom>
          <a:noFill/>
          <a:ln>
            <a:noFill/>
          </a:ln>
        </p:spPr>
        <p:txBody>
          <a:bodyPr spcFirstLastPara="1" wrap="square" lIns="36100" tIns="36100" rIns="36100" bIns="36100" anchor="b"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14" name="Google Shape;314;p67"/>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Myth vs Reality">
  <p:cSld name="Myth vs Reality">
    <p:spTree>
      <p:nvGrpSpPr>
        <p:cNvPr id="1" name="Shape 315"/>
        <p:cNvGrpSpPr/>
        <p:nvPr/>
      </p:nvGrpSpPr>
      <p:grpSpPr>
        <a:xfrm>
          <a:off x="0" y="0"/>
          <a:ext cx="0" cy="0"/>
          <a:chOff x="0" y="0"/>
          <a:chExt cx="0" cy="0"/>
        </a:xfrm>
      </p:grpSpPr>
      <p:sp>
        <p:nvSpPr>
          <p:cNvPr id="316" name="Google Shape;316;p68"/>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17" name="Google Shape;317;p68"/>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18" name="Google Shape;318;p68"/>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19" name="Google Shape;319;p68"/>
          <p:cNvSpPr txBox="1">
            <a:spLocks noGrp="1"/>
          </p:cNvSpPr>
          <p:nvPr>
            <p:ph type="body" idx="1"/>
          </p:nvPr>
        </p:nvSpPr>
        <p:spPr>
          <a:xfrm>
            <a:off x="1419301" y="6447829"/>
            <a:ext cx="6958903" cy="1932187"/>
          </a:xfrm>
          <a:prstGeom prst="rect">
            <a:avLst/>
          </a:prstGeom>
          <a:noFill/>
          <a:ln>
            <a:noFill/>
          </a:ln>
        </p:spPr>
        <p:txBody>
          <a:bodyPr spcFirstLastPara="1" wrap="square" lIns="36100" tIns="36100" rIns="36100" bIns="36100" anchor="b"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20" name="Google Shape;320;p68"/>
          <p:cNvSpPr txBox="1">
            <a:spLocks noGrp="1"/>
          </p:cNvSpPr>
          <p:nvPr>
            <p:ph type="body" idx="2"/>
          </p:nvPr>
        </p:nvSpPr>
        <p:spPr>
          <a:xfrm>
            <a:off x="1419301" y="2339677"/>
            <a:ext cx="4313879" cy="3503216"/>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190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21" name="Google Shape;321;p68"/>
          <p:cNvSpPr txBox="1">
            <a:spLocks noGrp="1"/>
          </p:cNvSpPr>
          <p:nvPr>
            <p:ph type="body" idx="3"/>
          </p:nvPr>
        </p:nvSpPr>
        <p:spPr>
          <a:xfrm>
            <a:off x="1419301" y="1373584"/>
            <a:ext cx="4313879" cy="966094"/>
          </a:xfrm>
          <a:prstGeom prst="rect">
            <a:avLst/>
          </a:prstGeom>
          <a:noFill/>
          <a:ln>
            <a:noFill/>
          </a:ln>
        </p:spPr>
        <p:txBody>
          <a:bodyPr spcFirstLastPara="1" wrap="square" lIns="36100" tIns="36100" rIns="36100" bIns="36100" anchor="t" anchorCtr="0">
            <a:noAutofit/>
          </a:bodyPr>
          <a:lstStyle>
            <a:lvl1pPr marL="457200" lvl="0" indent="-228600" algn="l">
              <a:lnSpc>
                <a:spcPct val="90000"/>
              </a:lnSpc>
              <a:spcBef>
                <a:spcPts val="0"/>
              </a:spcBef>
              <a:spcAft>
                <a:spcPts val="0"/>
              </a:spcAft>
              <a:buClr>
                <a:srgbClr val="9FDABF"/>
              </a:buClr>
              <a:buSzPts val="5600"/>
              <a:buFont typeface="Gill Sans"/>
              <a:buNone/>
              <a:defRPr sz="5600">
                <a:solidFill>
                  <a:srgbClr val="9FDAB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22" name="Google Shape;322;p68"/>
          <p:cNvSpPr txBox="1">
            <a:spLocks noGrp="1"/>
          </p:cNvSpPr>
          <p:nvPr>
            <p:ph type="body" idx="4"/>
          </p:nvPr>
        </p:nvSpPr>
        <p:spPr>
          <a:xfrm>
            <a:off x="6502400" y="2339677"/>
            <a:ext cx="4313878" cy="3503216"/>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190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23" name="Google Shape;323;p68"/>
          <p:cNvSpPr txBox="1">
            <a:spLocks noGrp="1"/>
          </p:cNvSpPr>
          <p:nvPr>
            <p:ph type="body" idx="5"/>
          </p:nvPr>
        </p:nvSpPr>
        <p:spPr>
          <a:xfrm>
            <a:off x="6502400" y="1373584"/>
            <a:ext cx="4313878" cy="966094"/>
          </a:xfrm>
          <a:prstGeom prst="rect">
            <a:avLst/>
          </a:prstGeom>
          <a:noFill/>
          <a:ln>
            <a:noFill/>
          </a:ln>
        </p:spPr>
        <p:txBody>
          <a:bodyPr spcFirstLastPara="1" wrap="square" lIns="36100" tIns="36100" rIns="36100" bIns="36100" anchor="t" anchorCtr="0">
            <a:noAutofit/>
          </a:bodyPr>
          <a:lstStyle>
            <a:lvl1pPr marL="457200" lvl="0" indent="-228600" algn="l">
              <a:lnSpc>
                <a:spcPct val="90000"/>
              </a:lnSpc>
              <a:spcBef>
                <a:spcPts val="0"/>
              </a:spcBef>
              <a:spcAft>
                <a:spcPts val="0"/>
              </a:spcAft>
              <a:buClr>
                <a:srgbClr val="9FDABF"/>
              </a:buClr>
              <a:buSzPts val="5600"/>
              <a:buFont typeface="Gill Sans"/>
              <a:buNone/>
              <a:defRPr sz="5600">
                <a:solidFill>
                  <a:srgbClr val="9FDAB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24" name="Google Shape;324;p68"/>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Then vs Now">
  <p:cSld name="Then vs Now">
    <p:spTree>
      <p:nvGrpSpPr>
        <p:cNvPr id="1" name="Shape 325"/>
        <p:cNvGrpSpPr/>
        <p:nvPr/>
      </p:nvGrpSpPr>
      <p:grpSpPr>
        <a:xfrm>
          <a:off x="0" y="0"/>
          <a:ext cx="0" cy="0"/>
          <a:chOff x="0" y="0"/>
          <a:chExt cx="0" cy="0"/>
        </a:xfrm>
      </p:grpSpPr>
      <p:sp>
        <p:nvSpPr>
          <p:cNvPr id="326" name="Google Shape;326;p69"/>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27" name="Google Shape;327;p69"/>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28" name="Google Shape;328;p69"/>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29" name="Google Shape;329;p69"/>
          <p:cNvSpPr txBox="1">
            <a:spLocks noGrp="1"/>
          </p:cNvSpPr>
          <p:nvPr>
            <p:ph type="title"/>
          </p:nvPr>
        </p:nvSpPr>
        <p:spPr>
          <a:xfrm>
            <a:off x="1419301" y="1373584"/>
            <a:ext cx="8947161" cy="1209874"/>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330" name="Google Shape;330;p69"/>
          <p:cNvSpPr txBox="1">
            <a:spLocks noGrp="1"/>
          </p:cNvSpPr>
          <p:nvPr>
            <p:ph type="body" idx="1"/>
          </p:nvPr>
        </p:nvSpPr>
        <p:spPr>
          <a:xfrm>
            <a:off x="1419301" y="4515643"/>
            <a:ext cx="4313879" cy="3864373"/>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1900"/>
              </a:spcBef>
              <a:spcAft>
                <a:spcPts val="0"/>
              </a:spcAft>
              <a:buClr>
                <a:srgbClr val="FFFFFF"/>
              </a:buClr>
              <a:buSzPts val="2400"/>
              <a:buFont typeface="Gill Sans"/>
              <a:buNone/>
              <a:defRPr sz="2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31" name="Google Shape;331;p69"/>
          <p:cNvSpPr txBox="1">
            <a:spLocks noGrp="1"/>
          </p:cNvSpPr>
          <p:nvPr>
            <p:ph type="body" idx="2"/>
          </p:nvPr>
        </p:nvSpPr>
        <p:spPr>
          <a:xfrm>
            <a:off x="1419301" y="2944614"/>
            <a:ext cx="4313879" cy="1571030"/>
          </a:xfrm>
          <a:prstGeom prst="rect">
            <a:avLst/>
          </a:prstGeom>
          <a:noFill/>
          <a:ln>
            <a:noFill/>
          </a:ln>
        </p:spPr>
        <p:txBody>
          <a:bodyPr spcFirstLastPara="1" wrap="square" lIns="36100" tIns="36100" rIns="36100" bIns="36100" anchor="ctr" anchorCtr="0">
            <a:noAutofit/>
          </a:bodyPr>
          <a:lstStyle>
            <a:lvl1pPr marL="457200" lvl="0" indent="-228600" algn="l">
              <a:lnSpc>
                <a:spcPct val="90000"/>
              </a:lnSpc>
              <a:spcBef>
                <a:spcPts val="0"/>
              </a:spcBef>
              <a:spcAft>
                <a:spcPts val="0"/>
              </a:spcAft>
              <a:buClr>
                <a:srgbClr val="9FDABF"/>
              </a:buClr>
              <a:buSzPts val="7800"/>
              <a:buFont typeface="Gill Sans"/>
              <a:buNone/>
              <a:defRPr sz="7800">
                <a:solidFill>
                  <a:srgbClr val="9FDABF"/>
                </a:solidFill>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32" name="Google Shape;332;p69"/>
          <p:cNvSpPr txBox="1">
            <a:spLocks noGrp="1"/>
          </p:cNvSpPr>
          <p:nvPr>
            <p:ph type="body" idx="3"/>
          </p:nvPr>
        </p:nvSpPr>
        <p:spPr>
          <a:xfrm>
            <a:off x="6502400" y="4515643"/>
            <a:ext cx="4313878" cy="3864373"/>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1900"/>
              </a:spcBef>
              <a:spcAft>
                <a:spcPts val="0"/>
              </a:spcAft>
              <a:buClr>
                <a:srgbClr val="FFFFFF"/>
              </a:buClr>
              <a:buSzPts val="2400"/>
              <a:buFont typeface="Gill Sans"/>
              <a:buNone/>
              <a:defRPr sz="2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33" name="Google Shape;333;p69"/>
          <p:cNvSpPr txBox="1">
            <a:spLocks noGrp="1"/>
          </p:cNvSpPr>
          <p:nvPr>
            <p:ph type="body" idx="4"/>
          </p:nvPr>
        </p:nvSpPr>
        <p:spPr>
          <a:xfrm>
            <a:off x="6502400" y="2944614"/>
            <a:ext cx="4313878" cy="1571030"/>
          </a:xfrm>
          <a:prstGeom prst="rect">
            <a:avLst/>
          </a:prstGeom>
          <a:noFill/>
          <a:ln>
            <a:noFill/>
          </a:ln>
        </p:spPr>
        <p:txBody>
          <a:bodyPr spcFirstLastPara="1" wrap="square" lIns="36100" tIns="36100" rIns="36100" bIns="36100" anchor="ctr" anchorCtr="0">
            <a:noAutofit/>
          </a:bodyPr>
          <a:lstStyle>
            <a:lvl1pPr marL="457200" lvl="0" indent="-228600" algn="l">
              <a:lnSpc>
                <a:spcPct val="90000"/>
              </a:lnSpc>
              <a:spcBef>
                <a:spcPts val="0"/>
              </a:spcBef>
              <a:spcAft>
                <a:spcPts val="0"/>
              </a:spcAft>
              <a:buClr>
                <a:srgbClr val="9FDABF"/>
              </a:buClr>
              <a:buSzPts val="7800"/>
              <a:buFont typeface="Gill Sans"/>
              <a:buNone/>
              <a:defRPr sz="7800">
                <a:solidFill>
                  <a:srgbClr val="9FDABF"/>
                </a:solidFill>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34" name="Google Shape;334;p69"/>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True or False">
  <p:cSld name="True or False">
    <p:spTree>
      <p:nvGrpSpPr>
        <p:cNvPr id="1" name="Shape 335"/>
        <p:cNvGrpSpPr/>
        <p:nvPr/>
      </p:nvGrpSpPr>
      <p:grpSpPr>
        <a:xfrm>
          <a:off x="0" y="0"/>
          <a:ext cx="0" cy="0"/>
          <a:chOff x="0" y="0"/>
          <a:chExt cx="0" cy="0"/>
        </a:xfrm>
      </p:grpSpPr>
      <p:sp>
        <p:nvSpPr>
          <p:cNvPr id="336" name="Google Shape;336;p70"/>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37" name="Google Shape;337;p70"/>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38" name="Google Shape;338;p70"/>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39" name="Google Shape;339;p70"/>
          <p:cNvSpPr txBox="1">
            <a:spLocks noGrp="1"/>
          </p:cNvSpPr>
          <p:nvPr>
            <p:ph type="body" idx="1"/>
          </p:nvPr>
        </p:nvSpPr>
        <p:spPr>
          <a:xfrm>
            <a:off x="1419301" y="6447829"/>
            <a:ext cx="6958903" cy="1932187"/>
          </a:xfrm>
          <a:prstGeom prst="rect">
            <a:avLst/>
          </a:prstGeom>
          <a:noFill/>
          <a:ln>
            <a:noFill/>
          </a:ln>
        </p:spPr>
        <p:txBody>
          <a:bodyPr spcFirstLastPara="1" wrap="square" lIns="36100" tIns="36100" rIns="36100" bIns="36100" anchor="b"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40" name="Google Shape;340;p70"/>
          <p:cNvSpPr txBox="1">
            <a:spLocks noGrp="1"/>
          </p:cNvSpPr>
          <p:nvPr>
            <p:ph type="body" idx="2"/>
          </p:nvPr>
        </p:nvSpPr>
        <p:spPr>
          <a:xfrm>
            <a:off x="1419301" y="1373584"/>
            <a:ext cx="3501114" cy="338932"/>
          </a:xfrm>
          <a:prstGeom prst="rect">
            <a:avLst/>
          </a:prstGeom>
          <a:noFill/>
          <a:ln>
            <a:noFill/>
          </a:ln>
        </p:spPr>
        <p:txBody>
          <a:bodyPr spcFirstLastPara="1" wrap="square" lIns="36100" tIns="36100" rIns="36100" bIns="36100" anchor="ctr" anchorCtr="0">
            <a:spAutoFit/>
          </a:bodyPr>
          <a:lstStyle>
            <a:lvl1pPr marL="457200" lvl="0" indent="-228600" algn="l">
              <a:lnSpc>
                <a:spcPct val="80000"/>
              </a:lnSpc>
              <a:spcBef>
                <a:spcPts val="400"/>
              </a:spcBef>
              <a:spcAft>
                <a:spcPts val="0"/>
              </a:spcAft>
              <a:buClr>
                <a:srgbClr val="9FDABF"/>
              </a:buClr>
              <a:buSzPts val="1800"/>
              <a:buFont typeface="Gill Sans"/>
              <a:buNone/>
              <a:defRPr sz="1800" cap="none">
                <a:solidFill>
                  <a:srgbClr val="9FDABF"/>
                </a:solidFill>
                <a:latin typeface="Gill Sans"/>
                <a:ea typeface="Gill Sans"/>
                <a:cs typeface="Gill Sans"/>
                <a:sym typeface="Gill Sans"/>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41" name="Google Shape;341;p70"/>
          <p:cNvSpPr txBox="1">
            <a:spLocks noGrp="1"/>
          </p:cNvSpPr>
          <p:nvPr>
            <p:ph type="body" idx="3"/>
          </p:nvPr>
        </p:nvSpPr>
        <p:spPr>
          <a:xfrm>
            <a:off x="1419301" y="1617364"/>
            <a:ext cx="8947160" cy="4225529"/>
          </a:xfrm>
          <a:prstGeom prst="rect">
            <a:avLst/>
          </a:prstGeom>
          <a:noFill/>
          <a:ln>
            <a:noFill/>
          </a:ln>
        </p:spPr>
        <p:txBody>
          <a:bodyPr spcFirstLastPara="1" wrap="square" lIns="27075" tIns="27075" rIns="27075" bIns="27075" anchor="t" anchorCtr="0">
            <a:normAutofit/>
          </a:bodyPr>
          <a:lstStyle>
            <a:lvl1pPr marL="457200" lvl="0" indent="-228600" algn="l">
              <a:lnSpc>
                <a:spcPct val="90000"/>
              </a:lnSpc>
              <a:spcBef>
                <a:spcPts val="0"/>
              </a:spcBef>
              <a:spcAft>
                <a:spcPts val="0"/>
              </a:spcAft>
              <a:buClr>
                <a:srgbClr val="FFFFFF"/>
              </a:buClr>
              <a:buSzPts val="7800"/>
              <a:buFont typeface="Gill Sans"/>
              <a:buNone/>
              <a:defRPr sz="7800">
                <a:solidFill>
                  <a:srgbClr val="FFFFFF"/>
                </a:solidFill>
              </a:defRPr>
            </a:lvl1pPr>
            <a:lvl2pPr marL="914400" lvl="1" indent="-228600" algn="l">
              <a:lnSpc>
                <a:spcPct val="90000"/>
              </a:lnSpc>
              <a:spcBef>
                <a:spcPts val="0"/>
              </a:spcBef>
              <a:spcAft>
                <a:spcPts val="0"/>
              </a:spcAft>
              <a:buClr>
                <a:srgbClr val="FFFFFF"/>
              </a:buClr>
              <a:buSzPts val="7800"/>
              <a:buFont typeface="Gill Sans"/>
              <a:buNone/>
              <a:defRPr sz="7800">
                <a:solidFill>
                  <a:srgbClr val="FFFFFF"/>
                </a:solidFill>
              </a:defRPr>
            </a:lvl2pPr>
            <a:lvl3pPr marL="1371600" lvl="2" indent="-228600" algn="l">
              <a:lnSpc>
                <a:spcPct val="90000"/>
              </a:lnSpc>
              <a:spcBef>
                <a:spcPts val="0"/>
              </a:spcBef>
              <a:spcAft>
                <a:spcPts val="0"/>
              </a:spcAft>
              <a:buClr>
                <a:srgbClr val="FFFFFF"/>
              </a:buClr>
              <a:buSzPts val="7800"/>
              <a:buFont typeface="Gill Sans"/>
              <a:buNone/>
              <a:defRPr sz="7800">
                <a:solidFill>
                  <a:srgbClr val="FFFFFF"/>
                </a:solidFill>
              </a:defRPr>
            </a:lvl3pPr>
            <a:lvl4pPr marL="1828800" lvl="3" indent="-228600" algn="l">
              <a:lnSpc>
                <a:spcPct val="90000"/>
              </a:lnSpc>
              <a:spcBef>
                <a:spcPts val="0"/>
              </a:spcBef>
              <a:spcAft>
                <a:spcPts val="0"/>
              </a:spcAft>
              <a:buClr>
                <a:srgbClr val="FFFFFF"/>
              </a:buClr>
              <a:buSzPts val="7800"/>
              <a:buFont typeface="Gill Sans"/>
              <a:buNone/>
              <a:defRPr sz="7800">
                <a:solidFill>
                  <a:srgbClr val="FFFFFF"/>
                </a:solidFill>
              </a:defRPr>
            </a:lvl4pPr>
            <a:lvl5pPr marL="2286000" lvl="4" indent="-228600" algn="l">
              <a:lnSpc>
                <a:spcPct val="90000"/>
              </a:lnSpc>
              <a:spcBef>
                <a:spcPts val="0"/>
              </a:spcBef>
              <a:spcAft>
                <a:spcPts val="0"/>
              </a:spcAft>
              <a:buClr>
                <a:srgbClr val="FFFFFF"/>
              </a:buClr>
              <a:buSzPts val="7800"/>
              <a:buFont typeface="Gill Sans"/>
              <a:buNone/>
              <a:defRPr sz="78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42" name="Google Shape;342;p70"/>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Compare &amp; Contrast">
  <p:cSld name="Compare &amp; Contrast">
    <p:spTree>
      <p:nvGrpSpPr>
        <p:cNvPr id="1" name="Shape 343"/>
        <p:cNvGrpSpPr/>
        <p:nvPr/>
      </p:nvGrpSpPr>
      <p:grpSpPr>
        <a:xfrm>
          <a:off x="0" y="0"/>
          <a:ext cx="0" cy="0"/>
          <a:chOff x="0" y="0"/>
          <a:chExt cx="0" cy="0"/>
        </a:xfrm>
      </p:grpSpPr>
      <p:sp>
        <p:nvSpPr>
          <p:cNvPr id="344" name="Google Shape;344;p71"/>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45" name="Google Shape;345;p71"/>
          <p:cNvSpPr/>
          <p:nvPr/>
        </p:nvSpPr>
        <p:spPr>
          <a:xfrm>
            <a:off x="11829682" y="650643"/>
            <a:ext cx="525441" cy="2293343"/>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46" name="Google Shape;346;p71"/>
          <p:cNvSpPr/>
          <p:nvPr/>
        </p:nvSpPr>
        <p:spPr>
          <a:xfrm>
            <a:off x="11829681" y="3187766"/>
            <a:ext cx="525443" cy="591393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47" name="Google Shape;347;p71"/>
          <p:cNvSpPr txBox="1">
            <a:spLocks noGrp="1"/>
          </p:cNvSpPr>
          <p:nvPr>
            <p:ph type="title"/>
          </p:nvPr>
        </p:nvSpPr>
        <p:spPr>
          <a:xfrm>
            <a:off x="1419301" y="1373584"/>
            <a:ext cx="8947161" cy="1209874"/>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348" name="Google Shape;348;p71"/>
          <p:cNvSpPr txBox="1">
            <a:spLocks noGrp="1"/>
          </p:cNvSpPr>
          <p:nvPr>
            <p:ph type="body" idx="1"/>
          </p:nvPr>
        </p:nvSpPr>
        <p:spPr>
          <a:xfrm>
            <a:off x="1419302" y="4795539"/>
            <a:ext cx="4313878" cy="3584477"/>
          </a:xfrm>
          <a:prstGeom prst="rect">
            <a:avLst/>
          </a:prstGeom>
          <a:noFill/>
          <a:ln>
            <a:noFill/>
          </a:ln>
        </p:spPr>
        <p:txBody>
          <a:bodyPr spcFirstLastPara="1" wrap="square" lIns="36100" tIns="36100" rIns="36100" bIns="36100" anchor="t" anchorCtr="0">
            <a:normAutofit/>
          </a:bodyPr>
          <a:lstStyle>
            <a:lvl1pPr marL="457200" lvl="0" indent="-381000" algn="l">
              <a:lnSpc>
                <a:spcPct val="100000"/>
              </a:lnSpc>
              <a:spcBef>
                <a:spcPts val="1900"/>
              </a:spcBef>
              <a:spcAft>
                <a:spcPts val="0"/>
              </a:spcAft>
              <a:buClr>
                <a:srgbClr val="9FDABF"/>
              </a:buClr>
              <a:buSzPts val="2400"/>
              <a:buFont typeface="Gill Sans"/>
              <a:buChar char="•"/>
              <a:defRPr sz="2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49" name="Google Shape;349;p71"/>
          <p:cNvSpPr txBox="1">
            <a:spLocks noGrp="1"/>
          </p:cNvSpPr>
          <p:nvPr>
            <p:ph type="body" idx="2"/>
          </p:nvPr>
        </p:nvSpPr>
        <p:spPr>
          <a:xfrm>
            <a:off x="1419301" y="3188394"/>
            <a:ext cx="4313879" cy="1119586"/>
          </a:xfrm>
          <a:prstGeom prst="rect">
            <a:avLst/>
          </a:prstGeom>
          <a:noFill/>
          <a:ln>
            <a:noFill/>
          </a:ln>
        </p:spPr>
        <p:txBody>
          <a:bodyPr spcFirstLastPara="1" wrap="square" lIns="36100" tIns="36100" rIns="36100" bIns="36100" anchor="b" anchorCtr="0">
            <a:noAutofit/>
          </a:bodyPr>
          <a:lstStyle>
            <a:lvl1pPr marL="457200" lvl="0" indent="-228600" algn="ctr">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350" name="Google Shape;350;p71"/>
          <p:cNvCxnSpPr/>
          <p:nvPr/>
        </p:nvCxnSpPr>
        <p:spPr>
          <a:xfrm>
            <a:off x="1419302" y="4551759"/>
            <a:ext cx="4313877" cy="1"/>
          </a:xfrm>
          <a:prstGeom prst="straightConnector1">
            <a:avLst/>
          </a:prstGeom>
          <a:noFill/>
          <a:ln w="12700" cap="flat" cmpd="sng">
            <a:solidFill>
              <a:srgbClr val="9FDABF"/>
            </a:solidFill>
            <a:prstDash val="solid"/>
            <a:miter lim="400000"/>
            <a:headEnd type="none" w="sm" len="sm"/>
            <a:tailEnd type="none" w="sm" len="sm"/>
          </a:ln>
        </p:spPr>
      </p:cxnSp>
      <p:sp>
        <p:nvSpPr>
          <p:cNvPr id="351" name="Google Shape;351;p71"/>
          <p:cNvSpPr txBox="1">
            <a:spLocks noGrp="1"/>
          </p:cNvSpPr>
          <p:nvPr>
            <p:ph type="body" idx="3"/>
          </p:nvPr>
        </p:nvSpPr>
        <p:spPr>
          <a:xfrm>
            <a:off x="6502803" y="4794911"/>
            <a:ext cx="4313878" cy="3584477"/>
          </a:xfrm>
          <a:prstGeom prst="rect">
            <a:avLst/>
          </a:prstGeom>
          <a:noFill/>
          <a:ln>
            <a:noFill/>
          </a:ln>
        </p:spPr>
        <p:txBody>
          <a:bodyPr spcFirstLastPara="1" wrap="square" lIns="36100" tIns="36100" rIns="36100" bIns="36100" anchor="t" anchorCtr="0">
            <a:normAutofit/>
          </a:bodyPr>
          <a:lstStyle>
            <a:lvl1pPr marL="457200" lvl="0" indent="-381000" algn="l">
              <a:lnSpc>
                <a:spcPct val="100000"/>
              </a:lnSpc>
              <a:spcBef>
                <a:spcPts val="1900"/>
              </a:spcBef>
              <a:spcAft>
                <a:spcPts val="0"/>
              </a:spcAft>
              <a:buClr>
                <a:srgbClr val="9FDABF"/>
              </a:buClr>
              <a:buSzPts val="2400"/>
              <a:buFont typeface="Gill Sans"/>
              <a:buChar char="•"/>
              <a:defRPr sz="2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52" name="Google Shape;352;p71"/>
          <p:cNvSpPr txBox="1">
            <a:spLocks noGrp="1"/>
          </p:cNvSpPr>
          <p:nvPr>
            <p:ph type="body" idx="4"/>
          </p:nvPr>
        </p:nvSpPr>
        <p:spPr>
          <a:xfrm>
            <a:off x="6502400" y="3188394"/>
            <a:ext cx="4313878" cy="1119586"/>
          </a:xfrm>
          <a:prstGeom prst="rect">
            <a:avLst/>
          </a:prstGeom>
          <a:noFill/>
          <a:ln>
            <a:noFill/>
          </a:ln>
        </p:spPr>
        <p:txBody>
          <a:bodyPr spcFirstLastPara="1" wrap="square" lIns="36100" tIns="36100" rIns="36100" bIns="36100" anchor="b" anchorCtr="0">
            <a:noAutofit/>
          </a:bodyPr>
          <a:lstStyle>
            <a:lvl1pPr marL="457200" lvl="0" indent="-228600" algn="ctr">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353" name="Google Shape;353;p71"/>
          <p:cNvCxnSpPr/>
          <p:nvPr/>
        </p:nvCxnSpPr>
        <p:spPr>
          <a:xfrm>
            <a:off x="6502400" y="4551759"/>
            <a:ext cx="4313877" cy="1"/>
          </a:xfrm>
          <a:prstGeom prst="straightConnector1">
            <a:avLst/>
          </a:prstGeom>
          <a:noFill/>
          <a:ln w="12700" cap="flat" cmpd="sng">
            <a:solidFill>
              <a:srgbClr val="9FDABF"/>
            </a:solidFill>
            <a:prstDash val="solid"/>
            <a:miter lim="400000"/>
            <a:headEnd type="none" w="sm" len="sm"/>
            <a:tailEnd type="none" w="sm" len="sm"/>
          </a:ln>
        </p:spPr>
      </p:cxnSp>
      <p:sp>
        <p:nvSpPr>
          <p:cNvPr id="354" name="Google Shape;354;p71"/>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Percentage Comp. &amp; Contrast">
  <p:cSld name="Percentage Comp. &amp; Contrast">
    <p:spTree>
      <p:nvGrpSpPr>
        <p:cNvPr id="1" name="Shape 355"/>
        <p:cNvGrpSpPr/>
        <p:nvPr/>
      </p:nvGrpSpPr>
      <p:grpSpPr>
        <a:xfrm>
          <a:off x="0" y="0"/>
          <a:ext cx="0" cy="0"/>
          <a:chOff x="0" y="0"/>
          <a:chExt cx="0" cy="0"/>
        </a:xfrm>
      </p:grpSpPr>
      <p:sp>
        <p:nvSpPr>
          <p:cNvPr id="356" name="Google Shape;356;p72"/>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57" name="Google Shape;357;p72"/>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58" name="Google Shape;358;p72"/>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59" name="Google Shape;359;p72"/>
          <p:cNvSpPr txBox="1">
            <a:spLocks noGrp="1"/>
          </p:cNvSpPr>
          <p:nvPr>
            <p:ph type="title"/>
          </p:nvPr>
        </p:nvSpPr>
        <p:spPr>
          <a:xfrm>
            <a:off x="1419301" y="1373584"/>
            <a:ext cx="8947161" cy="1209874"/>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360" name="Google Shape;360;p72"/>
          <p:cNvSpPr txBox="1">
            <a:spLocks noGrp="1"/>
          </p:cNvSpPr>
          <p:nvPr>
            <p:ph type="body" idx="1"/>
          </p:nvPr>
        </p:nvSpPr>
        <p:spPr>
          <a:xfrm>
            <a:off x="1419302" y="6122789"/>
            <a:ext cx="4313878" cy="2257227"/>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61" name="Google Shape;361;p72"/>
          <p:cNvSpPr txBox="1">
            <a:spLocks noGrp="1"/>
          </p:cNvSpPr>
          <p:nvPr>
            <p:ph type="body" idx="2"/>
          </p:nvPr>
        </p:nvSpPr>
        <p:spPr>
          <a:xfrm>
            <a:off x="1419301" y="4876800"/>
            <a:ext cx="4313879" cy="1124099"/>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62" name="Google Shape;362;p72"/>
          <p:cNvSpPr txBox="1">
            <a:spLocks noGrp="1"/>
          </p:cNvSpPr>
          <p:nvPr>
            <p:ph type="body" idx="3"/>
          </p:nvPr>
        </p:nvSpPr>
        <p:spPr>
          <a:xfrm>
            <a:off x="1419301" y="2944614"/>
            <a:ext cx="4313879" cy="2053432"/>
          </a:xfrm>
          <a:prstGeom prst="rect">
            <a:avLst/>
          </a:prstGeom>
          <a:noFill/>
          <a:ln>
            <a:noFill/>
          </a:ln>
        </p:spPr>
        <p:txBody>
          <a:bodyPr spcFirstLastPara="1" wrap="square" lIns="36100" tIns="36100" rIns="36100" bIns="36100" anchor="t" anchorCtr="0">
            <a:sp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363" name="Google Shape;363;p72"/>
          <p:cNvCxnSpPr/>
          <p:nvPr/>
        </p:nvCxnSpPr>
        <p:spPr>
          <a:xfrm>
            <a:off x="1419302" y="6007670"/>
            <a:ext cx="4313877" cy="1"/>
          </a:xfrm>
          <a:prstGeom prst="straightConnector1">
            <a:avLst/>
          </a:prstGeom>
          <a:noFill/>
          <a:ln w="12700" cap="flat" cmpd="sng">
            <a:solidFill>
              <a:srgbClr val="9FDABF"/>
            </a:solidFill>
            <a:prstDash val="solid"/>
            <a:miter lim="400000"/>
            <a:headEnd type="none" w="sm" len="sm"/>
            <a:tailEnd type="none" w="sm" len="sm"/>
          </a:ln>
        </p:spPr>
      </p:cxnSp>
      <p:sp>
        <p:nvSpPr>
          <p:cNvPr id="364" name="Google Shape;364;p72"/>
          <p:cNvSpPr txBox="1">
            <a:spLocks noGrp="1"/>
          </p:cNvSpPr>
          <p:nvPr>
            <p:ph type="body" idx="4"/>
          </p:nvPr>
        </p:nvSpPr>
        <p:spPr>
          <a:xfrm>
            <a:off x="6502400" y="6122789"/>
            <a:ext cx="4313878" cy="2257227"/>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65" name="Google Shape;365;p72"/>
          <p:cNvSpPr txBox="1">
            <a:spLocks noGrp="1"/>
          </p:cNvSpPr>
          <p:nvPr>
            <p:ph type="body" idx="5"/>
          </p:nvPr>
        </p:nvSpPr>
        <p:spPr>
          <a:xfrm>
            <a:off x="6502400" y="4876800"/>
            <a:ext cx="4313878" cy="1124099"/>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66" name="Google Shape;366;p72"/>
          <p:cNvSpPr txBox="1">
            <a:spLocks noGrp="1"/>
          </p:cNvSpPr>
          <p:nvPr>
            <p:ph type="body" idx="6"/>
          </p:nvPr>
        </p:nvSpPr>
        <p:spPr>
          <a:xfrm>
            <a:off x="6502400" y="2944614"/>
            <a:ext cx="4313878" cy="2053432"/>
          </a:xfrm>
          <a:prstGeom prst="rect">
            <a:avLst/>
          </a:prstGeom>
          <a:noFill/>
          <a:ln>
            <a:noFill/>
          </a:ln>
        </p:spPr>
        <p:txBody>
          <a:bodyPr spcFirstLastPara="1" wrap="square" lIns="36100" tIns="36100" rIns="36100" bIns="36100" anchor="t" anchorCtr="0">
            <a:sp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367" name="Google Shape;367;p72"/>
          <p:cNvCxnSpPr/>
          <p:nvPr/>
        </p:nvCxnSpPr>
        <p:spPr>
          <a:xfrm>
            <a:off x="6502400" y="6007670"/>
            <a:ext cx="4313877" cy="1"/>
          </a:xfrm>
          <a:prstGeom prst="straightConnector1">
            <a:avLst/>
          </a:prstGeom>
          <a:noFill/>
          <a:ln w="12700" cap="flat" cmpd="sng">
            <a:solidFill>
              <a:srgbClr val="9FDABF"/>
            </a:solidFill>
            <a:prstDash val="solid"/>
            <a:miter lim="400000"/>
            <a:headEnd type="none" w="sm" len="sm"/>
            <a:tailEnd type="none" w="sm" len="sm"/>
          </a:ln>
        </p:spPr>
      </p:cxnSp>
      <p:sp>
        <p:nvSpPr>
          <p:cNvPr id="368" name="Google Shape;368;p72"/>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Photo Compare &amp; Contrast">
  <p:cSld name="Photo Compare &amp; Contrast">
    <p:spTree>
      <p:nvGrpSpPr>
        <p:cNvPr id="1" name="Shape 369"/>
        <p:cNvGrpSpPr/>
        <p:nvPr/>
      </p:nvGrpSpPr>
      <p:grpSpPr>
        <a:xfrm>
          <a:off x="0" y="0"/>
          <a:ext cx="0" cy="0"/>
          <a:chOff x="0" y="0"/>
          <a:chExt cx="0" cy="0"/>
        </a:xfrm>
      </p:grpSpPr>
      <p:sp>
        <p:nvSpPr>
          <p:cNvPr id="370" name="Google Shape;370;p73"/>
          <p:cNvSpPr/>
          <p:nvPr/>
        </p:nvSpPr>
        <p:spPr>
          <a:xfrm>
            <a:off x="6614715" y="6447829"/>
            <a:ext cx="5739865" cy="2659021"/>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71" name="Google Shape;371;p73"/>
          <p:cNvSpPr txBox="1">
            <a:spLocks noGrp="1"/>
          </p:cNvSpPr>
          <p:nvPr>
            <p:ph type="body" idx="1"/>
          </p:nvPr>
        </p:nvSpPr>
        <p:spPr>
          <a:xfrm>
            <a:off x="7034559" y="7413922"/>
            <a:ext cx="4900177" cy="1327250"/>
          </a:xfrm>
          <a:prstGeom prst="rect">
            <a:avLst/>
          </a:prstGeom>
          <a:noFill/>
          <a:ln>
            <a:noFill/>
          </a:ln>
        </p:spPr>
        <p:txBody>
          <a:bodyPr spcFirstLastPara="1" wrap="square" lIns="36100" tIns="36100" rIns="36100" bIns="36100" anchor="b"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72" name="Google Shape;372;p73"/>
          <p:cNvSpPr txBox="1">
            <a:spLocks noGrp="1"/>
          </p:cNvSpPr>
          <p:nvPr>
            <p:ph type="body" idx="2"/>
          </p:nvPr>
        </p:nvSpPr>
        <p:spPr>
          <a:xfrm>
            <a:off x="7034559" y="6808985"/>
            <a:ext cx="4900177" cy="604938"/>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73" name="Google Shape;373;p73"/>
          <p:cNvSpPr>
            <a:spLocks noGrp="1"/>
          </p:cNvSpPr>
          <p:nvPr>
            <p:ph type="pic" idx="3"/>
          </p:nvPr>
        </p:nvSpPr>
        <p:spPr>
          <a:xfrm>
            <a:off x="4548845" y="651271"/>
            <a:ext cx="9871606" cy="5552779"/>
          </a:xfrm>
          <a:prstGeom prst="rect">
            <a:avLst/>
          </a:prstGeom>
          <a:noFill/>
          <a:ln>
            <a:noFill/>
          </a:ln>
        </p:spPr>
        <p:txBody>
          <a:bodyPr/>
          <a:lstStyle/>
          <a:p>
            <a:endParaRPr lang="en-GB"/>
          </a:p>
        </p:txBody>
      </p:sp>
      <p:sp>
        <p:nvSpPr>
          <p:cNvPr id="374" name="Google Shape;374;p73"/>
          <p:cNvSpPr/>
          <p:nvPr/>
        </p:nvSpPr>
        <p:spPr>
          <a:xfrm>
            <a:off x="650081" y="6447829"/>
            <a:ext cx="5739865" cy="2659021"/>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75" name="Google Shape;375;p73"/>
          <p:cNvSpPr txBox="1">
            <a:spLocks noGrp="1"/>
          </p:cNvSpPr>
          <p:nvPr>
            <p:ph type="body" idx="4"/>
          </p:nvPr>
        </p:nvSpPr>
        <p:spPr>
          <a:xfrm>
            <a:off x="1069925" y="7413922"/>
            <a:ext cx="4900177" cy="1327250"/>
          </a:xfrm>
          <a:prstGeom prst="rect">
            <a:avLst/>
          </a:prstGeom>
          <a:noFill/>
          <a:ln>
            <a:noFill/>
          </a:ln>
        </p:spPr>
        <p:txBody>
          <a:bodyPr spcFirstLastPara="1" wrap="square" lIns="36100" tIns="36100" rIns="36100" bIns="36100" anchor="b"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76" name="Google Shape;376;p73"/>
          <p:cNvSpPr txBox="1">
            <a:spLocks noGrp="1"/>
          </p:cNvSpPr>
          <p:nvPr>
            <p:ph type="body" idx="5"/>
          </p:nvPr>
        </p:nvSpPr>
        <p:spPr>
          <a:xfrm>
            <a:off x="1069925" y="6808985"/>
            <a:ext cx="4900177" cy="604938"/>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77" name="Google Shape;377;p73"/>
          <p:cNvSpPr>
            <a:spLocks noGrp="1"/>
          </p:cNvSpPr>
          <p:nvPr>
            <p:ph type="pic" idx="6"/>
          </p:nvPr>
        </p:nvSpPr>
        <p:spPr>
          <a:xfrm>
            <a:off x="-1415789" y="651271"/>
            <a:ext cx="9871605" cy="5552779"/>
          </a:xfrm>
          <a:prstGeom prst="rect">
            <a:avLst/>
          </a:prstGeom>
          <a:noFill/>
          <a:ln>
            <a:noFill/>
          </a:ln>
        </p:spPr>
        <p:txBody>
          <a:bodyPr/>
          <a:lstStyle/>
          <a:p>
            <a:endParaRPr lang="en-GB"/>
          </a:p>
        </p:txBody>
      </p:sp>
      <p:sp>
        <p:nvSpPr>
          <p:cNvPr id="378" name="Google Shape;378;p73"/>
          <p:cNvSpPr txBox="1">
            <a:spLocks noGrp="1"/>
          </p:cNvSpPr>
          <p:nvPr>
            <p:ph type="sldNum" idx="12"/>
          </p:nvPr>
        </p:nvSpPr>
        <p:spPr>
          <a:xfrm>
            <a:off x="11019631"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3 Col. Compare &amp; Contrast">
  <p:cSld name="3 Col. Compare &amp; Contrast">
    <p:spTree>
      <p:nvGrpSpPr>
        <p:cNvPr id="1" name="Shape 379"/>
        <p:cNvGrpSpPr/>
        <p:nvPr/>
      </p:nvGrpSpPr>
      <p:grpSpPr>
        <a:xfrm>
          <a:off x="0" y="0"/>
          <a:ext cx="0" cy="0"/>
          <a:chOff x="0" y="0"/>
          <a:chExt cx="0" cy="0"/>
        </a:xfrm>
      </p:grpSpPr>
      <p:sp>
        <p:nvSpPr>
          <p:cNvPr id="380" name="Google Shape;380;p74"/>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81" name="Google Shape;381;p74"/>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82" name="Google Shape;382;p74"/>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83" name="Google Shape;383;p74"/>
          <p:cNvSpPr txBox="1">
            <a:spLocks noGrp="1"/>
          </p:cNvSpPr>
          <p:nvPr>
            <p:ph type="title"/>
          </p:nvPr>
        </p:nvSpPr>
        <p:spPr>
          <a:xfrm>
            <a:off x="1419301" y="1373584"/>
            <a:ext cx="8947161" cy="1209874"/>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384" name="Google Shape;384;p74"/>
          <p:cNvSpPr txBox="1">
            <a:spLocks noGrp="1"/>
          </p:cNvSpPr>
          <p:nvPr>
            <p:ph type="body" idx="1"/>
          </p:nvPr>
        </p:nvSpPr>
        <p:spPr>
          <a:xfrm>
            <a:off x="1419302" y="4795539"/>
            <a:ext cx="2717801" cy="3584477"/>
          </a:xfrm>
          <a:prstGeom prst="rect">
            <a:avLst/>
          </a:prstGeom>
          <a:noFill/>
          <a:ln>
            <a:noFill/>
          </a:ln>
        </p:spPr>
        <p:txBody>
          <a:bodyPr spcFirstLastPara="1" wrap="square" lIns="36100" tIns="36100" rIns="36100" bIns="36100" anchor="t" anchorCtr="0">
            <a:normAutofit/>
          </a:bodyPr>
          <a:lstStyle>
            <a:lvl1pPr marL="457200" lvl="0" indent="-368300" algn="l">
              <a:lnSpc>
                <a:spcPct val="100000"/>
              </a:lnSpc>
              <a:spcBef>
                <a:spcPts val="1800"/>
              </a:spcBef>
              <a:spcAft>
                <a:spcPts val="0"/>
              </a:spcAft>
              <a:buClr>
                <a:srgbClr val="9FDABF"/>
              </a:buClr>
              <a:buSzPts val="2200"/>
              <a:buFont typeface="Gill Sans"/>
              <a:buChar char="•"/>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85" name="Google Shape;385;p74"/>
          <p:cNvSpPr txBox="1">
            <a:spLocks noGrp="1"/>
          </p:cNvSpPr>
          <p:nvPr>
            <p:ph type="body" idx="2"/>
          </p:nvPr>
        </p:nvSpPr>
        <p:spPr>
          <a:xfrm>
            <a:off x="1419301" y="3188394"/>
            <a:ext cx="2717801" cy="1119586"/>
          </a:xfrm>
          <a:prstGeom prst="rect">
            <a:avLst/>
          </a:prstGeom>
          <a:noFill/>
          <a:ln>
            <a:noFill/>
          </a:ln>
        </p:spPr>
        <p:txBody>
          <a:bodyPr spcFirstLastPara="1" wrap="square" lIns="36100" tIns="36100" rIns="36100" bIns="36100" anchor="b" anchorCtr="0">
            <a:noAutofit/>
          </a:bodyPr>
          <a:lstStyle>
            <a:lvl1pPr marL="457200" lvl="0" indent="-228600" algn="ctr">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386" name="Google Shape;386;p74"/>
          <p:cNvCxnSpPr/>
          <p:nvPr/>
        </p:nvCxnSpPr>
        <p:spPr>
          <a:xfrm>
            <a:off x="1419302" y="4551759"/>
            <a:ext cx="2717800" cy="1"/>
          </a:xfrm>
          <a:prstGeom prst="straightConnector1">
            <a:avLst/>
          </a:prstGeom>
          <a:noFill/>
          <a:ln w="12700" cap="flat" cmpd="sng">
            <a:solidFill>
              <a:srgbClr val="9FDABF"/>
            </a:solidFill>
            <a:prstDash val="solid"/>
            <a:miter lim="400000"/>
            <a:headEnd type="none" w="sm" len="sm"/>
            <a:tailEnd type="none" w="sm" len="sm"/>
          </a:ln>
        </p:spPr>
      </p:cxnSp>
      <p:sp>
        <p:nvSpPr>
          <p:cNvPr id="387" name="Google Shape;387;p74"/>
          <p:cNvSpPr txBox="1">
            <a:spLocks noGrp="1"/>
          </p:cNvSpPr>
          <p:nvPr>
            <p:ph type="body" idx="3"/>
          </p:nvPr>
        </p:nvSpPr>
        <p:spPr>
          <a:xfrm>
            <a:off x="4758889" y="4795539"/>
            <a:ext cx="2717801" cy="3584477"/>
          </a:xfrm>
          <a:prstGeom prst="rect">
            <a:avLst/>
          </a:prstGeom>
          <a:noFill/>
          <a:ln>
            <a:noFill/>
          </a:ln>
        </p:spPr>
        <p:txBody>
          <a:bodyPr spcFirstLastPara="1" wrap="square" lIns="36100" tIns="36100" rIns="36100" bIns="36100" anchor="t" anchorCtr="0">
            <a:normAutofit/>
          </a:bodyPr>
          <a:lstStyle>
            <a:lvl1pPr marL="457200" lvl="0" indent="-368300" algn="l">
              <a:lnSpc>
                <a:spcPct val="100000"/>
              </a:lnSpc>
              <a:spcBef>
                <a:spcPts val="1800"/>
              </a:spcBef>
              <a:spcAft>
                <a:spcPts val="0"/>
              </a:spcAft>
              <a:buClr>
                <a:srgbClr val="9FDABF"/>
              </a:buClr>
              <a:buSzPts val="2200"/>
              <a:buFont typeface="Gill Sans"/>
              <a:buChar char="•"/>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88" name="Google Shape;388;p74"/>
          <p:cNvSpPr txBox="1">
            <a:spLocks noGrp="1"/>
          </p:cNvSpPr>
          <p:nvPr>
            <p:ph type="body" idx="4"/>
          </p:nvPr>
        </p:nvSpPr>
        <p:spPr>
          <a:xfrm>
            <a:off x="4758889" y="3188394"/>
            <a:ext cx="2717801" cy="1119586"/>
          </a:xfrm>
          <a:prstGeom prst="rect">
            <a:avLst/>
          </a:prstGeom>
          <a:noFill/>
          <a:ln>
            <a:noFill/>
          </a:ln>
        </p:spPr>
        <p:txBody>
          <a:bodyPr spcFirstLastPara="1" wrap="square" lIns="36100" tIns="36100" rIns="36100" bIns="36100" anchor="b" anchorCtr="0">
            <a:noAutofit/>
          </a:bodyPr>
          <a:lstStyle>
            <a:lvl1pPr marL="457200" lvl="0" indent="-228600" algn="ctr">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389" name="Google Shape;389;p74"/>
          <p:cNvCxnSpPr/>
          <p:nvPr/>
        </p:nvCxnSpPr>
        <p:spPr>
          <a:xfrm>
            <a:off x="4758889" y="4551759"/>
            <a:ext cx="2717801" cy="1"/>
          </a:xfrm>
          <a:prstGeom prst="straightConnector1">
            <a:avLst/>
          </a:prstGeom>
          <a:noFill/>
          <a:ln w="12700" cap="flat" cmpd="sng">
            <a:solidFill>
              <a:srgbClr val="9FDABF"/>
            </a:solidFill>
            <a:prstDash val="solid"/>
            <a:miter lim="400000"/>
            <a:headEnd type="none" w="sm" len="sm"/>
            <a:tailEnd type="none" w="sm" len="sm"/>
          </a:ln>
        </p:spPr>
      </p:cxnSp>
      <p:sp>
        <p:nvSpPr>
          <p:cNvPr id="390" name="Google Shape;390;p74"/>
          <p:cNvSpPr txBox="1">
            <a:spLocks noGrp="1"/>
          </p:cNvSpPr>
          <p:nvPr>
            <p:ph type="body" idx="5"/>
          </p:nvPr>
        </p:nvSpPr>
        <p:spPr>
          <a:xfrm>
            <a:off x="8087769" y="4795539"/>
            <a:ext cx="2717801" cy="3584477"/>
          </a:xfrm>
          <a:prstGeom prst="rect">
            <a:avLst/>
          </a:prstGeom>
          <a:noFill/>
          <a:ln>
            <a:noFill/>
          </a:ln>
        </p:spPr>
        <p:txBody>
          <a:bodyPr spcFirstLastPara="1" wrap="square" lIns="36100" tIns="36100" rIns="36100" bIns="36100" anchor="t" anchorCtr="0">
            <a:normAutofit/>
          </a:bodyPr>
          <a:lstStyle>
            <a:lvl1pPr marL="457200" lvl="0" indent="-368300" algn="l">
              <a:lnSpc>
                <a:spcPct val="100000"/>
              </a:lnSpc>
              <a:spcBef>
                <a:spcPts val="1800"/>
              </a:spcBef>
              <a:spcAft>
                <a:spcPts val="0"/>
              </a:spcAft>
              <a:buClr>
                <a:srgbClr val="9FDABF"/>
              </a:buClr>
              <a:buSzPts val="2200"/>
              <a:buFont typeface="Gill Sans"/>
              <a:buChar char="•"/>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391" name="Google Shape;391;p74"/>
          <p:cNvSpPr txBox="1">
            <a:spLocks noGrp="1"/>
          </p:cNvSpPr>
          <p:nvPr>
            <p:ph type="body" idx="6"/>
          </p:nvPr>
        </p:nvSpPr>
        <p:spPr>
          <a:xfrm>
            <a:off x="8087769" y="3188394"/>
            <a:ext cx="2717801" cy="1119586"/>
          </a:xfrm>
          <a:prstGeom prst="rect">
            <a:avLst/>
          </a:prstGeom>
          <a:noFill/>
          <a:ln>
            <a:noFill/>
          </a:ln>
        </p:spPr>
        <p:txBody>
          <a:bodyPr spcFirstLastPara="1" wrap="square" lIns="36100" tIns="36100" rIns="36100" bIns="36100" anchor="b" anchorCtr="0">
            <a:noAutofit/>
          </a:bodyPr>
          <a:lstStyle>
            <a:lvl1pPr marL="457200" lvl="0" indent="-228600" algn="ctr">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392" name="Google Shape;392;p74"/>
          <p:cNvCxnSpPr/>
          <p:nvPr/>
        </p:nvCxnSpPr>
        <p:spPr>
          <a:xfrm>
            <a:off x="8087769" y="4551759"/>
            <a:ext cx="2717801" cy="1"/>
          </a:xfrm>
          <a:prstGeom prst="straightConnector1">
            <a:avLst/>
          </a:prstGeom>
          <a:noFill/>
          <a:ln w="12700" cap="flat" cmpd="sng">
            <a:solidFill>
              <a:srgbClr val="9FDABF"/>
            </a:solidFill>
            <a:prstDash val="solid"/>
            <a:miter lim="400000"/>
            <a:headEnd type="none" w="sm" len="sm"/>
            <a:tailEnd type="none" w="sm" len="sm"/>
          </a:ln>
        </p:spPr>
      </p:cxnSp>
      <p:sp>
        <p:nvSpPr>
          <p:cNvPr id="393" name="Google Shape;393;p74"/>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3 Percentage Comp. &amp; Contrast">
  <p:cSld name="3 Percentage Comp. &amp; Contrast">
    <p:spTree>
      <p:nvGrpSpPr>
        <p:cNvPr id="1" name="Shape 394"/>
        <p:cNvGrpSpPr/>
        <p:nvPr/>
      </p:nvGrpSpPr>
      <p:grpSpPr>
        <a:xfrm>
          <a:off x="0" y="0"/>
          <a:ext cx="0" cy="0"/>
          <a:chOff x="0" y="0"/>
          <a:chExt cx="0" cy="0"/>
        </a:xfrm>
      </p:grpSpPr>
      <p:sp>
        <p:nvSpPr>
          <p:cNvPr id="395" name="Google Shape;395;p75"/>
          <p:cNvSpPr/>
          <p:nvPr/>
        </p:nvSpPr>
        <p:spPr>
          <a:xfrm>
            <a:off x="650081" y="651271"/>
            <a:ext cx="10935417"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96" name="Google Shape;396;p75"/>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97" name="Google Shape;397;p75"/>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398" name="Google Shape;398;p75"/>
          <p:cNvSpPr txBox="1">
            <a:spLocks noGrp="1"/>
          </p:cNvSpPr>
          <p:nvPr>
            <p:ph type="title"/>
          </p:nvPr>
        </p:nvSpPr>
        <p:spPr>
          <a:xfrm>
            <a:off x="1419301" y="1373584"/>
            <a:ext cx="8947161" cy="1209874"/>
          </a:xfrm>
          <a:prstGeom prst="rect">
            <a:avLst/>
          </a:prstGeom>
          <a:noFill/>
          <a:ln>
            <a:noFill/>
          </a:ln>
        </p:spPr>
        <p:txBody>
          <a:bodyPr spcFirstLastPara="1" wrap="square" lIns="27075" tIns="27075" rIns="27075" bIns="27075" anchor="t"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399" name="Google Shape;399;p75"/>
          <p:cNvSpPr txBox="1">
            <a:spLocks noGrp="1"/>
          </p:cNvSpPr>
          <p:nvPr>
            <p:ph type="body" idx="1"/>
          </p:nvPr>
        </p:nvSpPr>
        <p:spPr>
          <a:xfrm>
            <a:off x="1419302" y="6122789"/>
            <a:ext cx="2717801" cy="2257227"/>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00" name="Google Shape;400;p75"/>
          <p:cNvSpPr txBox="1">
            <a:spLocks noGrp="1"/>
          </p:cNvSpPr>
          <p:nvPr>
            <p:ph type="body" idx="2"/>
          </p:nvPr>
        </p:nvSpPr>
        <p:spPr>
          <a:xfrm>
            <a:off x="1419301" y="4876800"/>
            <a:ext cx="2717801" cy="1124099"/>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01" name="Google Shape;401;p75"/>
          <p:cNvSpPr txBox="1">
            <a:spLocks noGrp="1"/>
          </p:cNvSpPr>
          <p:nvPr>
            <p:ph type="body" idx="3"/>
          </p:nvPr>
        </p:nvSpPr>
        <p:spPr>
          <a:xfrm>
            <a:off x="1419301" y="2944614"/>
            <a:ext cx="2717801" cy="2053432"/>
          </a:xfrm>
          <a:prstGeom prst="rect">
            <a:avLst/>
          </a:prstGeom>
          <a:noFill/>
          <a:ln>
            <a:noFill/>
          </a:ln>
        </p:spPr>
        <p:txBody>
          <a:bodyPr spcFirstLastPara="1" wrap="square" lIns="36100" tIns="36100" rIns="36100" bIns="36100" anchor="t" anchorCtr="0">
            <a:sp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02" name="Google Shape;402;p75"/>
          <p:cNvCxnSpPr/>
          <p:nvPr/>
        </p:nvCxnSpPr>
        <p:spPr>
          <a:xfrm>
            <a:off x="1419302" y="6007670"/>
            <a:ext cx="2717800" cy="1"/>
          </a:xfrm>
          <a:prstGeom prst="straightConnector1">
            <a:avLst/>
          </a:prstGeom>
          <a:noFill/>
          <a:ln w="12700" cap="flat" cmpd="sng">
            <a:solidFill>
              <a:srgbClr val="9FDABF"/>
            </a:solidFill>
            <a:prstDash val="solid"/>
            <a:miter lim="400000"/>
            <a:headEnd type="none" w="sm" len="sm"/>
            <a:tailEnd type="none" w="sm" len="sm"/>
          </a:ln>
        </p:spPr>
      </p:cxnSp>
      <p:sp>
        <p:nvSpPr>
          <p:cNvPr id="403" name="Google Shape;403;p75"/>
          <p:cNvSpPr txBox="1">
            <a:spLocks noGrp="1"/>
          </p:cNvSpPr>
          <p:nvPr>
            <p:ph type="body" idx="4"/>
          </p:nvPr>
        </p:nvSpPr>
        <p:spPr>
          <a:xfrm>
            <a:off x="4758890" y="6122789"/>
            <a:ext cx="2717801" cy="2257227"/>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04" name="Google Shape;404;p75"/>
          <p:cNvSpPr txBox="1">
            <a:spLocks noGrp="1"/>
          </p:cNvSpPr>
          <p:nvPr>
            <p:ph type="body" idx="5"/>
          </p:nvPr>
        </p:nvSpPr>
        <p:spPr>
          <a:xfrm>
            <a:off x="4758889" y="4876800"/>
            <a:ext cx="2717801" cy="1124099"/>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05" name="Google Shape;405;p75"/>
          <p:cNvSpPr txBox="1">
            <a:spLocks noGrp="1"/>
          </p:cNvSpPr>
          <p:nvPr>
            <p:ph type="body" idx="6"/>
          </p:nvPr>
        </p:nvSpPr>
        <p:spPr>
          <a:xfrm>
            <a:off x="4758889" y="2944614"/>
            <a:ext cx="2717801" cy="2053432"/>
          </a:xfrm>
          <a:prstGeom prst="rect">
            <a:avLst/>
          </a:prstGeom>
          <a:noFill/>
          <a:ln>
            <a:noFill/>
          </a:ln>
        </p:spPr>
        <p:txBody>
          <a:bodyPr spcFirstLastPara="1" wrap="square" lIns="36100" tIns="36100" rIns="36100" bIns="36100" anchor="t" anchorCtr="0">
            <a:sp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06" name="Google Shape;406;p75"/>
          <p:cNvCxnSpPr/>
          <p:nvPr/>
        </p:nvCxnSpPr>
        <p:spPr>
          <a:xfrm>
            <a:off x="4758890" y="6007670"/>
            <a:ext cx="2717801" cy="1"/>
          </a:xfrm>
          <a:prstGeom prst="straightConnector1">
            <a:avLst/>
          </a:prstGeom>
          <a:noFill/>
          <a:ln w="12700" cap="flat" cmpd="sng">
            <a:solidFill>
              <a:srgbClr val="9FDABF"/>
            </a:solidFill>
            <a:prstDash val="solid"/>
            <a:miter lim="400000"/>
            <a:headEnd type="none" w="sm" len="sm"/>
            <a:tailEnd type="none" w="sm" len="sm"/>
          </a:ln>
        </p:spPr>
      </p:cxnSp>
      <p:sp>
        <p:nvSpPr>
          <p:cNvPr id="407" name="Google Shape;407;p75"/>
          <p:cNvSpPr txBox="1">
            <a:spLocks noGrp="1"/>
          </p:cNvSpPr>
          <p:nvPr>
            <p:ph type="body" idx="7"/>
          </p:nvPr>
        </p:nvSpPr>
        <p:spPr>
          <a:xfrm>
            <a:off x="8087769" y="6122789"/>
            <a:ext cx="2717801" cy="2257227"/>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08" name="Google Shape;408;p75"/>
          <p:cNvSpPr txBox="1">
            <a:spLocks noGrp="1"/>
          </p:cNvSpPr>
          <p:nvPr>
            <p:ph type="body" idx="8"/>
          </p:nvPr>
        </p:nvSpPr>
        <p:spPr>
          <a:xfrm>
            <a:off x="8087769" y="4876800"/>
            <a:ext cx="2717801" cy="1124099"/>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09" name="Google Shape;409;p75"/>
          <p:cNvSpPr txBox="1">
            <a:spLocks noGrp="1"/>
          </p:cNvSpPr>
          <p:nvPr>
            <p:ph type="body" idx="9"/>
          </p:nvPr>
        </p:nvSpPr>
        <p:spPr>
          <a:xfrm>
            <a:off x="8087769" y="2944614"/>
            <a:ext cx="2717801" cy="2053432"/>
          </a:xfrm>
          <a:prstGeom prst="rect">
            <a:avLst/>
          </a:prstGeom>
          <a:noFill/>
          <a:ln>
            <a:noFill/>
          </a:ln>
        </p:spPr>
        <p:txBody>
          <a:bodyPr spcFirstLastPara="1" wrap="square" lIns="36100" tIns="36100" rIns="36100" bIns="36100" anchor="t" anchorCtr="0">
            <a:sp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10" name="Google Shape;410;p75"/>
          <p:cNvCxnSpPr/>
          <p:nvPr/>
        </p:nvCxnSpPr>
        <p:spPr>
          <a:xfrm>
            <a:off x="8087769" y="6007670"/>
            <a:ext cx="2717801" cy="1"/>
          </a:xfrm>
          <a:prstGeom prst="straightConnector1">
            <a:avLst/>
          </a:prstGeom>
          <a:noFill/>
          <a:ln w="12700" cap="flat" cmpd="sng">
            <a:solidFill>
              <a:srgbClr val="9FDABF"/>
            </a:solidFill>
            <a:prstDash val="solid"/>
            <a:miter lim="400000"/>
            <a:headEnd type="none" w="sm" len="sm"/>
            <a:tailEnd type="none" w="sm" len="sm"/>
          </a:ln>
        </p:spPr>
      </p:cxnSp>
      <p:sp>
        <p:nvSpPr>
          <p:cNvPr id="411" name="Google Shape;411;p75"/>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3 Photo Compare &amp; Contrast">
  <p:cSld name="3 Photo Compare &amp; Contrast">
    <p:spTree>
      <p:nvGrpSpPr>
        <p:cNvPr id="1" name="Shape 412"/>
        <p:cNvGrpSpPr/>
        <p:nvPr/>
      </p:nvGrpSpPr>
      <p:grpSpPr>
        <a:xfrm>
          <a:off x="0" y="0"/>
          <a:ext cx="0" cy="0"/>
          <a:chOff x="0" y="0"/>
          <a:chExt cx="0" cy="0"/>
        </a:xfrm>
      </p:grpSpPr>
      <p:sp>
        <p:nvSpPr>
          <p:cNvPr id="413" name="Google Shape;413;p76"/>
          <p:cNvSpPr/>
          <p:nvPr/>
        </p:nvSpPr>
        <p:spPr>
          <a:xfrm>
            <a:off x="8603059" y="6447829"/>
            <a:ext cx="3751608" cy="2659021"/>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14" name="Google Shape;414;p76"/>
          <p:cNvSpPr txBox="1">
            <a:spLocks noGrp="1"/>
          </p:cNvSpPr>
          <p:nvPr>
            <p:ph type="body" idx="1"/>
          </p:nvPr>
        </p:nvSpPr>
        <p:spPr>
          <a:xfrm>
            <a:off x="9022903" y="7413922"/>
            <a:ext cx="2911919" cy="1327250"/>
          </a:xfrm>
          <a:prstGeom prst="rect">
            <a:avLst/>
          </a:prstGeom>
          <a:noFill/>
          <a:ln>
            <a:noFill/>
          </a:ln>
        </p:spPr>
        <p:txBody>
          <a:bodyPr spcFirstLastPara="1" wrap="square" lIns="36100" tIns="36100" rIns="36100" bIns="36100" anchor="b"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15" name="Google Shape;415;p76"/>
          <p:cNvSpPr txBox="1">
            <a:spLocks noGrp="1"/>
          </p:cNvSpPr>
          <p:nvPr>
            <p:ph type="body" idx="2"/>
          </p:nvPr>
        </p:nvSpPr>
        <p:spPr>
          <a:xfrm>
            <a:off x="9022903" y="6808985"/>
            <a:ext cx="2911919" cy="604938"/>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16" name="Google Shape;416;p76"/>
          <p:cNvSpPr>
            <a:spLocks noGrp="1"/>
          </p:cNvSpPr>
          <p:nvPr>
            <p:ph type="pic" idx="3"/>
          </p:nvPr>
        </p:nvSpPr>
        <p:spPr>
          <a:xfrm>
            <a:off x="5543060" y="651271"/>
            <a:ext cx="9871606" cy="5552779"/>
          </a:xfrm>
          <a:prstGeom prst="rect">
            <a:avLst/>
          </a:prstGeom>
          <a:noFill/>
          <a:ln>
            <a:noFill/>
          </a:ln>
        </p:spPr>
        <p:txBody>
          <a:bodyPr/>
          <a:lstStyle/>
          <a:p>
            <a:endParaRPr lang="en-GB"/>
          </a:p>
        </p:txBody>
      </p:sp>
      <p:sp>
        <p:nvSpPr>
          <p:cNvPr id="417" name="Google Shape;417;p76"/>
          <p:cNvSpPr/>
          <p:nvPr/>
        </p:nvSpPr>
        <p:spPr>
          <a:xfrm>
            <a:off x="650081" y="6447829"/>
            <a:ext cx="3751608" cy="2659021"/>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18" name="Google Shape;418;p76"/>
          <p:cNvSpPr txBox="1">
            <a:spLocks noGrp="1"/>
          </p:cNvSpPr>
          <p:nvPr>
            <p:ph type="body" idx="4"/>
          </p:nvPr>
        </p:nvSpPr>
        <p:spPr>
          <a:xfrm>
            <a:off x="1069925" y="7413922"/>
            <a:ext cx="2911919" cy="1327250"/>
          </a:xfrm>
          <a:prstGeom prst="rect">
            <a:avLst/>
          </a:prstGeom>
          <a:noFill/>
          <a:ln>
            <a:noFill/>
          </a:ln>
        </p:spPr>
        <p:txBody>
          <a:bodyPr spcFirstLastPara="1" wrap="square" lIns="36100" tIns="36100" rIns="36100" bIns="36100" anchor="b"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19" name="Google Shape;419;p76"/>
          <p:cNvSpPr txBox="1">
            <a:spLocks noGrp="1"/>
          </p:cNvSpPr>
          <p:nvPr>
            <p:ph type="body" idx="5"/>
          </p:nvPr>
        </p:nvSpPr>
        <p:spPr>
          <a:xfrm>
            <a:off x="1069925" y="6808985"/>
            <a:ext cx="2911919" cy="604938"/>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20" name="Google Shape;420;p76"/>
          <p:cNvSpPr>
            <a:spLocks noGrp="1"/>
          </p:cNvSpPr>
          <p:nvPr>
            <p:ph type="pic" idx="6"/>
          </p:nvPr>
        </p:nvSpPr>
        <p:spPr>
          <a:xfrm>
            <a:off x="-2409918" y="651271"/>
            <a:ext cx="9871605" cy="5552779"/>
          </a:xfrm>
          <a:prstGeom prst="rect">
            <a:avLst/>
          </a:prstGeom>
          <a:noFill/>
          <a:ln>
            <a:noFill/>
          </a:ln>
        </p:spPr>
        <p:txBody>
          <a:bodyPr/>
          <a:lstStyle/>
          <a:p>
            <a:endParaRPr lang="en-GB"/>
          </a:p>
        </p:txBody>
      </p:sp>
      <p:sp>
        <p:nvSpPr>
          <p:cNvPr id="421" name="Google Shape;421;p76"/>
          <p:cNvSpPr/>
          <p:nvPr/>
        </p:nvSpPr>
        <p:spPr>
          <a:xfrm>
            <a:off x="4626543" y="6447829"/>
            <a:ext cx="3751609" cy="2659021"/>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22" name="Google Shape;422;p76"/>
          <p:cNvSpPr txBox="1">
            <a:spLocks noGrp="1"/>
          </p:cNvSpPr>
          <p:nvPr>
            <p:ph type="body" idx="7"/>
          </p:nvPr>
        </p:nvSpPr>
        <p:spPr>
          <a:xfrm>
            <a:off x="5046388" y="7413922"/>
            <a:ext cx="2911919" cy="1327250"/>
          </a:xfrm>
          <a:prstGeom prst="rect">
            <a:avLst/>
          </a:prstGeom>
          <a:noFill/>
          <a:ln>
            <a:noFill/>
          </a:ln>
        </p:spPr>
        <p:txBody>
          <a:bodyPr spcFirstLastPara="1" wrap="square" lIns="36100" tIns="36100" rIns="36100" bIns="36100" anchor="b" anchorCtr="0">
            <a:no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23" name="Google Shape;423;p76"/>
          <p:cNvSpPr txBox="1">
            <a:spLocks noGrp="1"/>
          </p:cNvSpPr>
          <p:nvPr>
            <p:ph type="body" idx="8"/>
          </p:nvPr>
        </p:nvSpPr>
        <p:spPr>
          <a:xfrm>
            <a:off x="5046388" y="6808985"/>
            <a:ext cx="2911919" cy="604938"/>
          </a:xfrm>
          <a:prstGeom prst="rect">
            <a:avLst/>
          </a:prstGeom>
          <a:noFill/>
          <a:ln>
            <a:noFill/>
          </a:ln>
        </p:spPr>
        <p:txBody>
          <a:bodyPr spcFirstLastPara="1" wrap="square" lIns="36100" tIns="36100" rIns="36100" bIns="36100" anchor="t" anchorCtr="0">
            <a:noAutofit/>
          </a:bodyPr>
          <a:lstStyle>
            <a:lvl1pPr marL="457200" lvl="0" indent="-228600" algn="l">
              <a:lnSpc>
                <a:spcPct val="100000"/>
              </a:lnSpc>
              <a:spcBef>
                <a:spcPts val="0"/>
              </a:spcBef>
              <a:spcAft>
                <a:spcPts val="0"/>
              </a:spcAft>
              <a:buClr>
                <a:srgbClr val="FFFFFF"/>
              </a:buClr>
              <a:buSzPts val="3400"/>
              <a:buFont typeface="Gill Sans"/>
              <a:buNone/>
              <a:defRPr sz="3400">
                <a:solidFill>
                  <a:srgbClr val="FFFFFF"/>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24" name="Google Shape;424;p76"/>
          <p:cNvSpPr>
            <a:spLocks noGrp="1"/>
          </p:cNvSpPr>
          <p:nvPr>
            <p:ph type="pic" idx="9"/>
          </p:nvPr>
        </p:nvSpPr>
        <p:spPr>
          <a:xfrm>
            <a:off x="1566545" y="651271"/>
            <a:ext cx="9871605" cy="5552779"/>
          </a:xfrm>
          <a:prstGeom prst="rect">
            <a:avLst/>
          </a:prstGeom>
          <a:noFill/>
          <a:ln>
            <a:noFill/>
          </a:ln>
        </p:spPr>
        <p:txBody>
          <a:bodyPr/>
          <a:lstStyle/>
          <a:p>
            <a:endParaRPr lang="en-GB"/>
          </a:p>
        </p:txBody>
      </p:sp>
      <p:sp>
        <p:nvSpPr>
          <p:cNvPr id="425" name="Google Shape;425;p76"/>
          <p:cNvSpPr txBox="1">
            <a:spLocks noGrp="1"/>
          </p:cNvSpPr>
          <p:nvPr>
            <p:ph type="sldNum" idx="12"/>
          </p:nvPr>
        </p:nvSpPr>
        <p:spPr>
          <a:xfrm>
            <a:off x="11019631" y="813792"/>
            <a:ext cx="1110041"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Comparison Matrix - 2:2">
  <p:cSld name="Comparison Matrix - 2:2">
    <p:spTree>
      <p:nvGrpSpPr>
        <p:cNvPr id="1" name="Shape 426"/>
        <p:cNvGrpSpPr/>
        <p:nvPr/>
      </p:nvGrpSpPr>
      <p:grpSpPr>
        <a:xfrm>
          <a:off x="0" y="0"/>
          <a:ext cx="0" cy="0"/>
          <a:chOff x="0" y="0"/>
          <a:chExt cx="0" cy="0"/>
        </a:xfrm>
      </p:grpSpPr>
      <p:sp>
        <p:nvSpPr>
          <p:cNvPr id="427" name="Google Shape;427;p77"/>
          <p:cNvSpPr/>
          <p:nvPr/>
        </p:nvSpPr>
        <p:spPr>
          <a:xfrm>
            <a:off x="656430" y="3194744"/>
            <a:ext cx="11691940" cy="5901235"/>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428" name="Google Shape;428;p77"/>
          <p:cNvSpPr/>
          <p:nvPr/>
        </p:nvSpPr>
        <p:spPr>
          <a:xfrm>
            <a:off x="10013012" y="651271"/>
            <a:ext cx="2341708"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29" name="Google Shape;429;p77"/>
          <p:cNvSpPr/>
          <p:nvPr/>
        </p:nvSpPr>
        <p:spPr>
          <a:xfrm>
            <a:off x="650080" y="651271"/>
            <a:ext cx="9119153"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30" name="Google Shape;430;p77"/>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431" name="Google Shape;431;p77"/>
          <p:cNvSpPr txBox="1">
            <a:spLocks noGrp="1"/>
          </p:cNvSpPr>
          <p:nvPr>
            <p:ph type="body" idx="1"/>
          </p:nvPr>
        </p:nvSpPr>
        <p:spPr>
          <a:xfrm>
            <a:off x="4264380" y="4178862"/>
            <a:ext cx="4114817" cy="2037827"/>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32" name="Google Shape;432;p77"/>
          <p:cNvSpPr txBox="1">
            <a:spLocks noGrp="1"/>
          </p:cNvSpPr>
          <p:nvPr>
            <p:ph type="body" idx="2"/>
          </p:nvPr>
        </p:nvSpPr>
        <p:spPr>
          <a:xfrm>
            <a:off x="8609162" y="4178862"/>
            <a:ext cx="3359954" cy="2037827"/>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400"/>
              </a:spcBef>
              <a:spcAft>
                <a:spcPts val="0"/>
              </a:spcAft>
              <a:buClr>
                <a:srgbClr val="252525"/>
              </a:buClr>
              <a:buSzPts val="1800"/>
              <a:buFont typeface="Gill Sans"/>
              <a:buNone/>
              <a:defRPr sz="18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33" name="Google Shape;433;p77"/>
          <p:cNvCxnSpPr/>
          <p:nvPr/>
        </p:nvCxnSpPr>
        <p:spPr>
          <a:xfrm>
            <a:off x="4264380" y="4023114"/>
            <a:ext cx="4114817" cy="1"/>
          </a:xfrm>
          <a:prstGeom prst="straightConnector1">
            <a:avLst/>
          </a:prstGeom>
          <a:noFill/>
          <a:ln w="12700" cap="flat" cmpd="sng">
            <a:solidFill>
              <a:srgbClr val="438F84"/>
            </a:solidFill>
            <a:prstDash val="solid"/>
            <a:miter lim="400000"/>
            <a:headEnd type="none" w="sm" len="sm"/>
            <a:tailEnd type="none" w="sm" len="sm"/>
          </a:ln>
        </p:spPr>
      </p:cxnSp>
      <p:cxnSp>
        <p:nvCxnSpPr>
          <p:cNvPr id="434" name="Google Shape;434;p77"/>
          <p:cNvCxnSpPr/>
          <p:nvPr/>
        </p:nvCxnSpPr>
        <p:spPr>
          <a:xfrm>
            <a:off x="8603112" y="4023114"/>
            <a:ext cx="3366004" cy="1"/>
          </a:xfrm>
          <a:prstGeom prst="straightConnector1">
            <a:avLst/>
          </a:prstGeom>
          <a:noFill/>
          <a:ln w="12700" cap="flat" cmpd="sng">
            <a:solidFill>
              <a:srgbClr val="438F84"/>
            </a:solidFill>
            <a:prstDash val="solid"/>
            <a:miter lim="400000"/>
            <a:headEnd type="none" w="sm" len="sm"/>
            <a:tailEnd type="none" w="sm" len="sm"/>
          </a:ln>
        </p:spPr>
      </p:cxnSp>
      <p:sp>
        <p:nvSpPr>
          <p:cNvPr id="435" name="Google Shape;435;p77"/>
          <p:cNvSpPr txBox="1">
            <a:spLocks noGrp="1"/>
          </p:cNvSpPr>
          <p:nvPr>
            <p:ph type="body" idx="3"/>
          </p:nvPr>
        </p:nvSpPr>
        <p:spPr>
          <a:xfrm>
            <a:off x="4264380" y="3505264"/>
            <a:ext cx="4114817" cy="473400"/>
          </a:xfrm>
          <a:prstGeom prst="rect">
            <a:avLst/>
          </a:prstGeom>
          <a:noFill/>
          <a:ln>
            <a:noFill/>
          </a:ln>
        </p:spPr>
        <p:txBody>
          <a:bodyPr spcFirstLastPara="1" wrap="square" lIns="36100" tIns="36100" rIns="36100" bIns="36100" anchor="ctr" anchorCtr="0">
            <a:noAutofit/>
          </a:bodyPr>
          <a:lstStyle>
            <a:lvl1pPr marL="457200" lvl="0" indent="-228600" algn="l">
              <a:lnSpc>
                <a:spcPct val="90000"/>
              </a:lnSpc>
              <a:spcBef>
                <a:spcPts val="0"/>
              </a:spcBef>
              <a:spcAft>
                <a:spcPts val="0"/>
              </a:spcAft>
              <a:buClr>
                <a:srgbClr val="438F84"/>
              </a:buClr>
              <a:buSzPts val="2800"/>
              <a:buFont typeface="Gill Sans"/>
              <a:buNone/>
              <a:defRPr sz="28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36" name="Google Shape;436;p77"/>
          <p:cNvSpPr txBox="1">
            <a:spLocks noGrp="1"/>
          </p:cNvSpPr>
          <p:nvPr>
            <p:ph type="body" idx="4"/>
          </p:nvPr>
        </p:nvSpPr>
        <p:spPr>
          <a:xfrm>
            <a:off x="8609162" y="3504550"/>
            <a:ext cx="3359954" cy="473400"/>
          </a:xfrm>
          <a:prstGeom prst="rect">
            <a:avLst/>
          </a:prstGeom>
          <a:noFill/>
          <a:ln>
            <a:noFill/>
          </a:ln>
        </p:spPr>
        <p:txBody>
          <a:bodyPr spcFirstLastPara="1" wrap="square" lIns="36100" tIns="36100" rIns="36100" bIns="36100" anchor="ctr" anchorCtr="0">
            <a:noAutofit/>
          </a:bodyPr>
          <a:lstStyle>
            <a:lvl1pPr marL="457200" lvl="0" indent="-228600" algn="l">
              <a:lnSpc>
                <a:spcPct val="90000"/>
              </a:lnSpc>
              <a:spcBef>
                <a:spcPts val="0"/>
              </a:spcBef>
              <a:spcAft>
                <a:spcPts val="0"/>
              </a:spcAft>
              <a:buClr>
                <a:srgbClr val="438F84"/>
              </a:buClr>
              <a:buSzPts val="2800"/>
              <a:buFont typeface="Gill Sans"/>
              <a:buNone/>
              <a:defRPr sz="28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37" name="Google Shape;437;p77"/>
          <p:cNvSpPr txBox="1">
            <a:spLocks noGrp="1"/>
          </p:cNvSpPr>
          <p:nvPr>
            <p:ph type="body" idx="5"/>
          </p:nvPr>
        </p:nvSpPr>
        <p:spPr>
          <a:xfrm>
            <a:off x="1038213" y="4178862"/>
            <a:ext cx="2975344" cy="489038"/>
          </a:xfrm>
          <a:prstGeom prst="rect">
            <a:avLst/>
          </a:prstGeom>
          <a:noFill/>
          <a:ln>
            <a:noFill/>
          </a:ln>
        </p:spPr>
        <p:txBody>
          <a:bodyPr spcFirstLastPara="1" wrap="square" lIns="36100" tIns="36100" rIns="36100" bIns="36100" anchor="b" anchorCtr="0">
            <a:noAutofit/>
          </a:bodyPr>
          <a:lstStyle>
            <a:lvl1pPr marL="457200" lvl="0" indent="-228600" algn="l">
              <a:lnSpc>
                <a:spcPct val="80000"/>
              </a:lnSpc>
              <a:spcBef>
                <a:spcPts val="0"/>
              </a:spcBef>
              <a:spcAft>
                <a:spcPts val="0"/>
              </a:spcAft>
              <a:buClr>
                <a:srgbClr val="3B7E75"/>
              </a:buClr>
              <a:buSzPts val="2400"/>
              <a:buFont typeface="Gill Sans"/>
              <a:buNone/>
              <a:defRPr sz="2400">
                <a:solidFill>
                  <a:srgbClr val="3B7E7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38" name="Google Shape;438;p77"/>
          <p:cNvSpPr txBox="1">
            <a:spLocks noGrp="1"/>
          </p:cNvSpPr>
          <p:nvPr>
            <p:ph type="body" idx="6"/>
          </p:nvPr>
        </p:nvSpPr>
        <p:spPr>
          <a:xfrm>
            <a:off x="1038213" y="4667899"/>
            <a:ext cx="2975344" cy="1174994"/>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0"/>
              </a:spcBef>
              <a:spcAft>
                <a:spcPts val="0"/>
              </a:spcAft>
              <a:buClr>
                <a:srgbClr val="252525"/>
              </a:buClr>
              <a:buSzPts val="1500"/>
              <a:buFont typeface="Gill Sans"/>
              <a:buNone/>
              <a:defRPr sz="15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39" name="Google Shape;439;p77"/>
          <p:cNvCxnSpPr/>
          <p:nvPr/>
        </p:nvCxnSpPr>
        <p:spPr>
          <a:xfrm>
            <a:off x="4265372" y="6385980"/>
            <a:ext cx="4112832" cy="1"/>
          </a:xfrm>
          <a:prstGeom prst="straightConnector1">
            <a:avLst/>
          </a:prstGeom>
          <a:noFill/>
          <a:ln w="12700" cap="flat" cmpd="sng">
            <a:solidFill>
              <a:srgbClr val="D8D8D8"/>
            </a:solidFill>
            <a:prstDash val="solid"/>
            <a:miter lim="400000"/>
            <a:headEnd type="none" w="sm" len="sm"/>
            <a:tailEnd type="none" w="sm" len="sm"/>
          </a:ln>
        </p:spPr>
      </p:cxnSp>
      <p:cxnSp>
        <p:nvCxnSpPr>
          <p:cNvPr id="440" name="Google Shape;440;p77"/>
          <p:cNvCxnSpPr/>
          <p:nvPr/>
        </p:nvCxnSpPr>
        <p:spPr>
          <a:xfrm>
            <a:off x="8603112" y="6385980"/>
            <a:ext cx="3366997" cy="1"/>
          </a:xfrm>
          <a:prstGeom prst="straightConnector1">
            <a:avLst/>
          </a:prstGeom>
          <a:noFill/>
          <a:ln w="12700" cap="flat" cmpd="sng">
            <a:solidFill>
              <a:srgbClr val="D8D8D8"/>
            </a:solidFill>
            <a:prstDash val="solid"/>
            <a:miter lim="400000"/>
            <a:headEnd type="none" w="sm" len="sm"/>
            <a:tailEnd type="none" w="sm" len="sm"/>
          </a:ln>
        </p:spPr>
      </p:cxnSp>
      <p:sp>
        <p:nvSpPr>
          <p:cNvPr id="441" name="Google Shape;441;p77"/>
          <p:cNvSpPr txBox="1">
            <a:spLocks noGrp="1"/>
          </p:cNvSpPr>
          <p:nvPr>
            <p:ph type="body" idx="7"/>
          </p:nvPr>
        </p:nvSpPr>
        <p:spPr>
          <a:xfrm>
            <a:off x="4260858" y="6555271"/>
            <a:ext cx="4117346" cy="2040534"/>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42" name="Google Shape;442;p77"/>
          <p:cNvSpPr txBox="1">
            <a:spLocks noGrp="1"/>
          </p:cNvSpPr>
          <p:nvPr>
            <p:ph type="body" idx="8"/>
          </p:nvPr>
        </p:nvSpPr>
        <p:spPr>
          <a:xfrm>
            <a:off x="8603112" y="6555271"/>
            <a:ext cx="3362483" cy="2040534"/>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400"/>
              </a:spcBef>
              <a:spcAft>
                <a:spcPts val="0"/>
              </a:spcAft>
              <a:buClr>
                <a:srgbClr val="252525"/>
              </a:buClr>
              <a:buSzPts val="1800"/>
              <a:buFont typeface="Gill Sans"/>
              <a:buNone/>
              <a:defRPr sz="18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43" name="Google Shape;443;p77"/>
          <p:cNvSpPr txBox="1">
            <a:spLocks noGrp="1"/>
          </p:cNvSpPr>
          <p:nvPr>
            <p:ph type="body" idx="9"/>
          </p:nvPr>
        </p:nvSpPr>
        <p:spPr>
          <a:xfrm>
            <a:off x="1034691" y="6555271"/>
            <a:ext cx="2982388" cy="489038"/>
          </a:xfrm>
          <a:prstGeom prst="rect">
            <a:avLst/>
          </a:prstGeom>
          <a:noFill/>
          <a:ln>
            <a:noFill/>
          </a:ln>
        </p:spPr>
        <p:txBody>
          <a:bodyPr spcFirstLastPara="1" wrap="square" lIns="36100" tIns="36100" rIns="36100" bIns="36100" anchor="b" anchorCtr="0">
            <a:noAutofit/>
          </a:bodyPr>
          <a:lstStyle>
            <a:lvl1pPr marL="457200" lvl="0" indent="-228600" algn="l">
              <a:lnSpc>
                <a:spcPct val="80000"/>
              </a:lnSpc>
              <a:spcBef>
                <a:spcPts val="0"/>
              </a:spcBef>
              <a:spcAft>
                <a:spcPts val="0"/>
              </a:spcAft>
              <a:buClr>
                <a:srgbClr val="3B7E75"/>
              </a:buClr>
              <a:buSzPts val="2400"/>
              <a:buFont typeface="Gill Sans"/>
              <a:buNone/>
              <a:defRPr sz="2400">
                <a:solidFill>
                  <a:srgbClr val="3B7E7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44" name="Google Shape;444;p77"/>
          <p:cNvSpPr txBox="1">
            <a:spLocks noGrp="1"/>
          </p:cNvSpPr>
          <p:nvPr>
            <p:ph type="body" idx="13"/>
          </p:nvPr>
        </p:nvSpPr>
        <p:spPr>
          <a:xfrm>
            <a:off x="1034691" y="7044308"/>
            <a:ext cx="2982388" cy="1173759"/>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0"/>
              </a:spcBef>
              <a:spcAft>
                <a:spcPts val="0"/>
              </a:spcAft>
              <a:buClr>
                <a:srgbClr val="252525"/>
              </a:buClr>
              <a:buSzPts val="1500"/>
              <a:buFont typeface="Gill Sans"/>
              <a:buNone/>
              <a:defRPr sz="15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45" name="Google Shape;445;p77"/>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Comparison Matrix - 3:2">
  <p:cSld name="Comparison Matrix - 3:2">
    <p:spTree>
      <p:nvGrpSpPr>
        <p:cNvPr id="1" name="Shape 446"/>
        <p:cNvGrpSpPr/>
        <p:nvPr/>
      </p:nvGrpSpPr>
      <p:grpSpPr>
        <a:xfrm>
          <a:off x="0" y="0"/>
          <a:ext cx="0" cy="0"/>
          <a:chOff x="0" y="0"/>
          <a:chExt cx="0" cy="0"/>
        </a:xfrm>
      </p:grpSpPr>
      <p:sp>
        <p:nvSpPr>
          <p:cNvPr id="447" name="Google Shape;447;p78"/>
          <p:cNvSpPr/>
          <p:nvPr/>
        </p:nvSpPr>
        <p:spPr>
          <a:xfrm>
            <a:off x="656430" y="3194744"/>
            <a:ext cx="11691940" cy="5901235"/>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448" name="Google Shape;448;p78"/>
          <p:cNvSpPr/>
          <p:nvPr/>
        </p:nvSpPr>
        <p:spPr>
          <a:xfrm>
            <a:off x="10013012" y="651271"/>
            <a:ext cx="2341708"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49" name="Google Shape;449;p78"/>
          <p:cNvSpPr/>
          <p:nvPr/>
        </p:nvSpPr>
        <p:spPr>
          <a:xfrm>
            <a:off x="650080" y="651271"/>
            <a:ext cx="9119153"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50" name="Google Shape;450;p78"/>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cxnSp>
        <p:nvCxnSpPr>
          <p:cNvPr id="451" name="Google Shape;451;p78"/>
          <p:cNvCxnSpPr/>
          <p:nvPr/>
        </p:nvCxnSpPr>
        <p:spPr>
          <a:xfrm>
            <a:off x="4264380" y="4023114"/>
            <a:ext cx="4114817" cy="1"/>
          </a:xfrm>
          <a:prstGeom prst="straightConnector1">
            <a:avLst/>
          </a:prstGeom>
          <a:noFill/>
          <a:ln w="12700" cap="flat" cmpd="sng">
            <a:solidFill>
              <a:srgbClr val="438F84"/>
            </a:solidFill>
            <a:prstDash val="solid"/>
            <a:miter lim="400000"/>
            <a:headEnd type="none" w="sm" len="sm"/>
            <a:tailEnd type="none" w="sm" len="sm"/>
          </a:ln>
        </p:spPr>
      </p:cxnSp>
      <p:cxnSp>
        <p:nvCxnSpPr>
          <p:cNvPr id="452" name="Google Shape;452;p78"/>
          <p:cNvCxnSpPr/>
          <p:nvPr/>
        </p:nvCxnSpPr>
        <p:spPr>
          <a:xfrm>
            <a:off x="8603112" y="4023114"/>
            <a:ext cx="3366004" cy="1"/>
          </a:xfrm>
          <a:prstGeom prst="straightConnector1">
            <a:avLst/>
          </a:prstGeom>
          <a:noFill/>
          <a:ln w="12700" cap="flat" cmpd="sng">
            <a:solidFill>
              <a:srgbClr val="438F84"/>
            </a:solidFill>
            <a:prstDash val="solid"/>
            <a:miter lim="400000"/>
            <a:headEnd type="none" w="sm" len="sm"/>
            <a:tailEnd type="none" w="sm" len="sm"/>
          </a:ln>
        </p:spPr>
      </p:cxnSp>
      <p:sp>
        <p:nvSpPr>
          <p:cNvPr id="453" name="Google Shape;453;p78"/>
          <p:cNvSpPr txBox="1">
            <a:spLocks noGrp="1"/>
          </p:cNvSpPr>
          <p:nvPr>
            <p:ph type="body" idx="1"/>
          </p:nvPr>
        </p:nvSpPr>
        <p:spPr>
          <a:xfrm>
            <a:off x="4264380" y="3505264"/>
            <a:ext cx="4114817" cy="473400"/>
          </a:xfrm>
          <a:prstGeom prst="rect">
            <a:avLst/>
          </a:prstGeom>
          <a:noFill/>
          <a:ln>
            <a:noFill/>
          </a:ln>
        </p:spPr>
        <p:txBody>
          <a:bodyPr spcFirstLastPara="1" wrap="square" lIns="36100" tIns="36100" rIns="36100" bIns="36100" anchor="ctr" anchorCtr="0">
            <a:noAutofit/>
          </a:bodyPr>
          <a:lstStyle>
            <a:lvl1pPr marL="457200" lvl="0" indent="-228600" algn="l">
              <a:lnSpc>
                <a:spcPct val="90000"/>
              </a:lnSpc>
              <a:spcBef>
                <a:spcPts val="0"/>
              </a:spcBef>
              <a:spcAft>
                <a:spcPts val="0"/>
              </a:spcAft>
              <a:buClr>
                <a:srgbClr val="438F84"/>
              </a:buClr>
              <a:buSzPts val="2800"/>
              <a:buFont typeface="Gill Sans"/>
              <a:buNone/>
              <a:defRPr sz="28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54" name="Google Shape;454;p78"/>
          <p:cNvSpPr txBox="1">
            <a:spLocks noGrp="1"/>
          </p:cNvSpPr>
          <p:nvPr>
            <p:ph type="body" idx="2"/>
          </p:nvPr>
        </p:nvSpPr>
        <p:spPr>
          <a:xfrm>
            <a:off x="8609162" y="3504550"/>
            <a:ext cx="3359954" cy="473400"/>
          </a:xfrm>
          <a:prstGeom prst="rect">
            <a:avLst/>
          </a:prstGeom>
          <a:noFill/>
          <a:ln>
            <a:noFill/>
          </a:ln>
        </p:spPr>
        <p:txBody>
          <a:bodyPr spcFirstLastPara="1" wrap="square" lIns="36100" tIns="36100" rIns="36100" bIns="36100" anchor="ctr" anchorCtr="0">
            <a:noAutofit/>
          </a:bodyPr>
          <a:lstStyle>
            <a:lvl1pPr marL="457200" lvl="0" indent="-228600" algn="l">
              <a:lnSpc>
                <a:spcPct val="90000"/>
              </a:lnSpc>
              <a:spcBef>
                <a:spcPts val="0"/>
              </a:spcBef>
              <a:spcAft>
                <a:spcPts val="0"/>
              </a:spcAft>
              <a:buClr>
                <a:srgbClr val="438F84"/>
              </a:buClr>
              <a:buSzPts val="2800"/>
              <a:buFont typeface="Gill Sans"/>
              <a:buNone/>
              <a:defRPr sz="28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55" name="Google Shape;455;p78"/>
          <p:cNvSpPr txBox="1">
            <a:spLocks noGrp="1"/>
          </p:cNvSpPr>
          <p:nvPr>
            <p:ph type="body" idx="3"/>
          </p:nvPr>
        </p:nvSpPr>
        <p:spPr>
          <a:xfrm>
            <a:off x="4270158" y="4178862"/>
            <a:ext cx="4108046" cy="1250053"/>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56" name="Google Shape;456;p78"/>
          <p:cNvSpPr txBox="1">
            <a:spLocks noGrp="1"/>
          </p:cNvSpPr>
          <p:nvPr>
            <p:ph type="body" idx="4"/>
          </p:nvPr>
        </p:nvSpPr>
        <p:spPr>
          <a:xfrm>
            <a:off x="8608890" y="4178862"/>
            <a:ext cx="3366004" cy="1250053"/>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600"/>
              </a:spcBef>
              <a:spcAft>
                <a:spcPts val="0"/>
              </a:spcAft>
              <a:buClr>
                <a:srgbClr val="252525"/>
              </a:buClr>
              <a:buSzPts val="1800"/>
              <a:buFont typeface="Gill Sans"/>
              <a:buNone/>
              <a:defRPr sz="18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57" name="Google Shape;457;p78"/>
          <p:cNvSpPr txBox="1">
            <a:spLocks noGrp="1"/>
          </p:cNvSpPr>
          <p:nvPr>
            <p:ph type="body" idx="5"/>
          </p:nvPr>
        </p:nvSpPr>
        <p:spPr>
          <a:xfrm>
            <a:off x="1040470" y="4178862"/>
            <a:ext cx="2970830" cy="489038"/>
          </a:xfrm>
          <a:prstGeom prst="rect">
            <a:avLst/>
          </a:prstGeom>
          <a:noFill/>
          <a:ln>
            <a:noFill/>
          </a:ln>
        </p:spPr>
        <p:txBody>
          <a:bodyPr spcFirstLastPara="1" wrap="square" lIns="36100" tIns="36100" rIns="36100" bIns="36100" anchor="b" anchorCtr="0">
            <a:noAutofit/>
          </a:bodyPr>
          <a:lstStyle>
            <a:lvl1pPr marL="457200" lvl="0" indent="-228600" algn="l">
              <a:lnSpc>
                <a:spcPct val="80000"/>
              </a:lnSpc>
              <a:spcBef>
                <a:spcPts val="0"/>
              </a:spcBef>
              <a:spcAft>
                <a:spcPts val="0"/>
              </a:spcAft>
              <a:buClr>
                <a:srgbClr val="3B7E75"/>
              </a:buClr>
              <a:buSzPts val="2400"/>
              <a:buFont typeface="Gill Sans"/>
              <a:buNone/>
              <a:defRPr sz="2400">
                <a:solidFill>
                  <a:srgbClr val="3B7E7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58" name="Google Shape;458;p78"/>
          <p:cNvSpPr txBox="1">
            <a:spLocks noGrp="1"/>
          </p:cNvSpPr>
          <p:nvPr>
            <p:ph type="body" idx="6"/>
          </p:nvPr>
        </p:nvSpPr>
        <p:spPr>
          <a:xfrm>
            <a:off x="1040470" y="4667899"/>
            <a:ext cx="2970830" cy="761016"/>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0"/>
              </a:spcBef>
              <a:spcAft>
                <a:spcPts val="0"/>
              </a:spcAft>
              <a:buClr>
                <a:srgbClr val="252525"/>
              </a:buClr>
              <a:buSzPts val="1500"/>
              <a:buFont typeface="Gill Sans"/>
              <a:buNone/>
              <a:defRPr sz="15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59" name="Google Shape;459;p78"/>
          <p:cNvCxnSpPr/>
          <p:nvPr/>
        </p:nvCxnSpPr>
        <p:spPr>
          <a:xfrm>
            <a:off x="4271151" y="5584662"/>
            <a:ext cx="4101274" cy="1"/>
          </a:xfrm>
          <a:prstGeom prst="straightConnector1">
            <a:avLst/>
          </a:prstGeom>
          <a:noFill/>
          <a:ln w="12700" cap="flat" cmpd="sng">
            <a:solidFill>
              <a:srgbClr val="D8D8D8"/>
            </a:solidFill>
            <a:prstDash val="solid"/>
            <a:miter lim="400000"/>
            <a:headEnd type="none" w="sm" len="sm"/>
            <a:tailEnd type="none" w="sm" len="sm"/>
          </a:ln>
        </p:spPr>
      </p:cxnSp>
      <p:cxnSp>
        <p:nvCxnSpPr>
          <p:cNvPr id="460" name="Google Shape;460;p78"/>
          <p:cNvCxnSpPr/>
          <p:nvPr/>
        </p:nvCxnSpPr>
        <p:spPr>
          <a:xfrm>
            <a:off x="8609884" y="5584662"/>
            <a:ext cx="3360225" cy="1"/>
          </a:xfrm>
          <a:prstGeom prst="straightConnector1">
            <a:avLst/>
          </a:prstGeom>
          <a:noFill/>
          <a:ln w="12700" cap="flat" cmpd="sng">
            <a:solidFill>
              <a:srgbClr val="D8D8D8"/>
            </a:solidFill>
            <a:prstDash val="solid"/>
            <a:miter lim="400000"/>
            <a:headEnd type="none" w="sm" len="sm"/>
            <a:tailEnd type="none" w="sm" len="sm"/>
          </a:ln>
        </p:spPr>
      </p:cxnSp>
      <p:sp>
        <p:nvSpPr>
          <p:cNvPr id="461" name="Google Shape;461;p78"/>
          <p:cNvSpPr txBox="1">
            <a:spLocks noGrp="1"/>
          </p:cNvSpPr>
          <p:nvPr>
            <p:ph type="body" idx="7"/>
          </p:nvPr>
        </p:nvSpPr>
        <p:spPr>
          <a:xfrm>
            <a:off x="4266637" y="5753954"/>
            <a:ext cx="4105788" cy="1250053"/>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62" name="Google Shape;462;p78"/>
          <p:cNvSpPr txBox="1">
            <a:spLocks noGrp="1"/>
          </p:cNvSpPr>
          <p:nvPr>
            <p:ph type="body" idx="8"/>
          </p:nvPr>
        </p:nvSpPr>
        <p:spPr>
          <a:xfrm>
            <a:off x="8605369" y="5753954"/>
            <a:ext cx="3361489" cy="1250053"/>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600"/>
              </a:spcBef>
              <a:spcAft>
                <a:spcPts val="0"/>
              </a:spcAft>
              <a:buClr>
                <a:srgbClr val="252525"/>
              </a:buClr>
              <a:buSzPts val="1800"/>
              <a:buFont typeface="Gill Sans"/>
              <a:buNone/>
              <a:defRPr sz="18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63" name="Google Shape;463;p78"/>
          <p:cNvSpPr txBox="1">
            <a:spLocks noGrp="1"/>
          </p:cNvSpPr>
          <p:nvPr>
            <p:ph type="body" idx="9"/>
          </p:nvPr>
        </p:nvSpPr>
        <p:spPr>
          <a:xfrm>
            <a:off x="1036948" y="5753954"/>
            <a:ext cx="2977873" cy="489038"/>
          </a:xfrm>
          <a:prstGeom prst="rect">
            <a:avLst/>
          </a:prstGeom>
          <a:noFill/>
          <a:ln>
            <a:noFill/>
          </a:ln>
        </p:spPr>
        <p:txBody>
          <a:bodyPr spcFirstLastPara="1" wrap="square" lIns="36100" tIns="36100" rIns="36100" bIns="36100" anchor="b" anchorCtr="0">
            <a:noAutofit/>
          </a:bodyPr>
          <a:lstStyle>
            <a:lvl1pPr marL="457200" lvl="0" indent="-228600" algn="l">
              <a:lnSpc>
                <a:spcPct val="80000"/>
              </a:lnSpc>
              <a:spcBef>
                <a:spcPts val="0"/>
              </a:spcBef>
              <a:spcAft>
                <a:spcPts val="0"/>
              </a:spcAft>
              <a:buClr>
                <a:srgbClr val="3B7E75"/>
              </a:buClr>
              <a:buSzPts val="2400"/>
              <a:buFont typeface="Gill Sans"/>
              <a:buNone/>
              <a:defRPr sz="2400">
                <a:solidFill>
                  <a:srgbClr val="3B7E7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64" name="Google Shape;464;p78"/>
          <p:cNvSpPr txBox="1">
            <a:spLocks noGrp="1"/>
          </p:cNvSpPr>
          <p:nvPr>
            <p:ph type="body" idx="13"/>
          </p:nvPr>
        </p:nvSpPr>
        <p:spPr>
          <a:xfrm>
            <a:off x="1036948" y="6242991"/>
            <a:ext cx="2977873" cy="761016"/>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0"/>
              </a:spcBef>
              <a:spcAft>
                <a:spcPts val="0"/>
              </a:spcAft>
              <a:buClr>
                <a:srgbClr val="252525"/>
              </a:buClr>
              <a:buSzPts val="1500"/>
              <a:buFont typeface="Gill Sans"/>
              <a:buNone/>
              <a:defRPr sz="15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65" name="Google Shape;465;p78"/>
          <p:cNvCxnSpPr/>
          <p:nvPr/>
        </p:nvCxnSpPr>
        <p:spPr>
          <a:xfrm>
            <a:off x="4268894" y="7172094"/>
            <a:ext cx="4105788" cy="1"/>
          </a:xfrm>
          <a:prstGeom prst="straightConnector1">
            <a:avLst/>
          </a:prstGeom>
          <a:noFill/>
          <a:ln w="12700" cap="flat" cmpd="sng">
            <a:solidFill>
              <a:srgbClr val="D8D8D8"/>
            </a:solidFill>
            <a:prstDash val="solid"/>
            <a:miter lim="400000"/>
            <a:headEnd type="none" w="sm" len="sm"/>
            <a:tailEnd type="none" w="sm" len="sm"/>
          </a:ln>
        </p:spPr>
      </p:cxnSp>
      <p:cxnSp>
        <p:nvCxnSpPr>
          <p:cNvPr id="466" name="Google Shape;466;p78"/>
          <p:cNvCxnSpPr/>
          <p:nvPr/>
        </p:nvCxnSpPr>
        <p:spPr>
          <a:xfrm>
            <a:off x="8607627" y="7172094"/>
            <a:ext cx="3366004" cy="1"/>
          </a:xfrm>
          <a:prstGeom prst="straightConnector1">
            <a:avLst/>
          </a:prstGeom>
          <a:noFill/>
          <a:ln w="12700" cap="flat" cmpd="sng">
            <a:solidFill>
              <a:srgbClr val="D8D8D8"/>
            </a:solidFill>
            <a:prstDash val="solid"/>
            <a:miter lim="400000"/>
            <a:headEnd type="none" w="sm" len="sm"/>
            <a:tailEnd type="none" w="sm" len="sm"/>
          </a:ln>
        </p:spPr>
      </p:cxnSp>
      <p:sp>
        <p:nvSpPr>
          <p:cNvPr id="467" name="Google Shape;467;p78"/>
          <p:cNvSpPr txBox="1">
            <a:spLocks noGrp="1"/>
          </p:cNvSpPr>
          <p:nvPr>
            <p:ph type="body" idx="14"/>
          </p:nvPr>
        </p:nvSpPr>
        <p:spPr>
          <a:xfrm>
            <a:off x="4264380" y="7341385"/>
            <a:ext cx="4114816" cy="1250053"/>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68" name="Google Shape;468;p78"/>
          <p:cNvSpPr txBox="1">
            <a:spLocks noGrp="1"/>
          </p:cNvSpPr>
          <p:nvPr>
            <p:ph type="body" idx="15"/>
          </p:nvPr>
        </p:nvSpPr>
        <p:spPr>
          <a:xfrm>
            <a:off x="8603112" y="7341385"/>
            <a:ext cx="3366004" cy="1250053"/>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600"/>
              </a:spcBef>
              <a:spcAft>
                <a:spcPts val="0"/>
              </a:spcAft>
              <a:buClr>
                <a:srgbClr val="252525"/>
              </a:buClr>
              <a:buSzPts val="1800"/>
              <a:buFont typeface="Gill Sans"/>
              <a:buNone/>
              <a:defRPr sz="18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69" name="Google Shape;469;p78"/>
          <p:cNvSpPr txBox="1">
            <a:spLocks noGrp="1"/>
          </p:cNvSpPr>
          <p:nvPr>
            <p:ph type="body" idx="16"/>
          </p:nvPr>
        </p:nvSpPr>
        <p:spPr>
          <a:xfrm>
            <a:off x="1034691" y="7341385"/>
            <a:ext cx="2982388" cy="489038"/>
          </a:xfrm>
          <a:prstGeom prst="rect">
            <a:avLst/>
          </a:prstGeom>
          <a:noFill/>
          <a:ln>
            <a:noFill/>
          </a:ln>
        </p:spPr>
        <p:txBody>
          <a:bodyPr spcFirstLastPara="1" wrap="square" lIns="36100" tIns="36100" rIns="36100" bIns="36100" anchor="b" anchorCtr="0">
            <a:noAutofit/>
          </a:bodyPr>
          <a:lstStyle>
            <a:lvl1pPr marL="457200" lvl="0" indent="-228600" algn="l">
              <a:lnSpc>
                <a:spcPct val="80000"/>
              </a:lnSpc>
              <a:spcBef>
                <a:spcPts val="0"/>
              </a:spcBef>
              <a:spcAft>
                <a:spcPts val="0"/>
              </a:spcAft>
              <a:buClr>
                <a:srgbClr val="3B7E75"/>
              </a:buClr>
              <a:buSzPts val="2400"/>
              <a:buFont typeface="Gill Sans"/>
              <a:buNone/>
              <a:defRPr sz="2400">
                <a:solidFill>
                  <a:srgbClr val="3B7E7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70" name="Google Shape;470;p78"/>
          <p:cNvSpPr txBox="1">
            <a:spLocks noGrp="1"/>
          </p:cNvSpPr>
          <p:nvPr>
            <p:ph type="body" idx="17"/>
          </p:nvPr>
        </p:nvSpPr>
        <p:spPr>
          <a:xfrm>
            <a:off x="1034691" y="7830422"/>
            <a:ext cx="2982388" cy="761016"/>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0"/>
              </a:spcBef>
              <a:spcAft>
                <a:spcPts val="0"/>
              </a:spcAft>
              <a:buClr>
                <a:srgbClr val="252525"/>
              </a:buClr>
              <a:buSzPts val="1500"/>
              <a:buFont typeface="Gill Sans"/>
              <a:buNone/>
              <a:defRPr sz="15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71" name="Google Shape;471;p78"/>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Comparison Matrix - 4:2">
  <p:cSld name="Comparison Matrix - 4:2">
    <p:spTree>
      <p:nvGrpSpPr>
        <p:cNvPr id="1" name="Shape 472"/>
        <p:cNvGrpSpPr/>
        <p:nvPr/>
      </p:nvGrpSpPr>
      <p:grpSpPr>
        <a:xfrm>
          <a:off x="0" y="0"/>
          <a:ext cx="0" cy="0"/>
          <a:chOff x="0" y="0"/>
          <a:chExt cx="0" cy="0"/>
        </a:xfrm>
      </p:grpSpPr>
      <p:sp>
        <p:nvSpPr>
          <p:cNvPr id="473" name="Google Shape;473;p79"/>
          <p:cNvSpPr/>
          <p:nvPr/>
        </p:nvSpPr>
        <p:spPr>
          <a:xfrm>
            <a:off x="656430" y="3194744"/>
            <a:ext cx="11691940" cy="5901235"/>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474" name="Google Shape;474;p79"/>
          <p:cNvSpPr/>
          <p:nvPr/>
        </p:nvSpPr>
        <p:spPr>
          <a:xfrm>
            <a:off x="10013012" y="651271"/>
            <a:ext cx="2341708"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75" name="Google Shape;475;p79"/>
          <p:cNvSpPr/>
          <p:nvPr/>
        </p:nvSpPr>
        <p:spPr>
          <a:xfrm>
            <a:off x="650080" y="651271"/>
            <a:ext cx="9119153" cy="2293344"/>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476" name="Google Shape;476;p79"/>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cxnSp>
        <p:nvCxnSpPr>
          <p:cNvPr id="477" name="Google Shape;477;p79"/>
          <p:cNvCxnSpPr/>
          <p:nvPr/>
        </p:nvCxnSpPr>
        <p:spPr>
          <a:xfrm>
            <a:off x="4264380" y="4023114"/>
            <a:ext cx="4114817" cy="1"/>
          </a:xfrm>
          <a:prstGeom prst="straightConnector1">
            <a:avLst/>
          </a:prstGeom>
          <a:noFill/>
          <a:ln w="12700" cap="flat" cmpd="sng">
            <a:solidFill>
              <a:srgbClr val="438F84"/>
            </a:solidFill>
            <a:prstDash val="solid"/>
            <a:miter lim="400000"/>
            <a:headEnd type="none" w="sm" len="sm"/>
            <a:tailEnd type="none" w="sm" len="sm"/>
          </a:ln>
        </p:spPr>
      </p:cxnSp>
      <p:cxnSp>
        <p:nvCxnSpPr>
          <p:cNvPr id="478" name="Google Shape;478;p79"/>
          <p:cNvCxnSpPr/>
          <p:nvPr/>
        </p:nvCxnSpPr>
        <p:spPr>
          <a:xfrm>
            <a:off x="8603112" y="4023114"/>
            <a:ext cx="3366004" cy="1"/>
          </a:xfrm>
          <a:prstGeom prst="straightConnector1">
            <a:avLst/>
          </a:prstGeom>
          <a:noFill/>
          <a:ln w="12700" cap="flat" cmpd="sng">
            <a:solidFill>
              <a:srgbClr val="438F84"/>
            </a:solidFill>
            <a:prstDash val="solid"/>
            <a:miter lim="400000"/>
            <a:headEnd type="none" w="sm" len="sm"/>
            <a:tailEnd type="none" w="sm" len="sm"/>
          </a:ln>
        </p:spPr>
      </p:cxnSp>
      <p:sp>
        <p:nvSpPr>
          <p:cNvPr id="479" name="Google Shape;479;p79"/>
          <p:cNvSpPr txBox="1">
            <a:spLocks noGrp="1"/>
          </p:cNvSpPr>
          <p:nvPr>
            <p:ph type="body" idx="1"/>
          </p:nvPr>
        </p:nvSpPr>
        <p:spPr>
          <a:xfrm>
            <a:off x="4264380" y="3505264"/>
            <a:ext cx="4114817" cy="473400"/>
          </a:xfrm>
          <a:prstGeom prst="rect">
            <a:avLst/>
          </a:prstGeom>
          <a:noFill/>
          <a:ln>
            <a:noFill/>
          </a:ln>
        </p:spPr>
        <p:txBody>
          <a:bodyPr spcFirstLastPara="1" wrap="square" lIns="36100" tIns="36100" rIns="36100" bIns="36100" anchor="ctr" anchorCtr="0">
            <a:noAutofit/>
          </a:bodyPr>
          <a:lstStyle>
            <a:lvl1pPr marL="457200" lvl="0" indent="-228600" algn="l">
              <a:lnSpc>
                <a:spcPct val="90000"/>
              </a:lnSpc>
              <a:spcBef>
                <a:spcPts val="0"/>
              </a:spcBef>
              <a:spcAft>
                <a:spcPts val="0"/>
              </a:spcAft>
              <a:buClr>
                <a:srgbClr val="438F84"/>
              </a:buClr>
              <a:buSzPts val="2800"/>
              <a:buFont typeface="Gill Sans"/>
              <a:buNone/>
              <a:defRPr sz="28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80" name="Google Shape;480;p79"/>
          <p:cNvSpPr txBox="1">
            <a:spLocks noGrp="1"/>
          </p:cNvSpPr>
          <p:nvPr>
            <p:ph type="body" idx="2"/>
          </p:nvPr>
        </p:nvSpPr>
        <p:spPr>
          <a:xfrm>
            <a:off x="8609162" y="3504550"/>
            <a:ext cx="3359954" cy="473400"/>
          </a:xfrm>
          <a:prstGeom prst="rect">
            <a:avLst/>
          </a:prstGeom>
          <a:noFill/>
          <a:ln>
            <a:noFill/>
          </a:ln>
        </p:spPr>
        <p:txBody>
          <a:bodyPr spcFirstLastPara="1" wrap="square" lIns="36100" tIns="36100" rIns="36100" bIns="36100" anchor="ctr" anchorCtr="0">
            <a:noAutofit/>
          </a:bodyPr>
          <a:lstStyle>
            <a:lvl1pPr marL="457200" lvl="0" indent="-228600" algn="l">
              <a:lnSpc>
                <a:spcPct val="90000"/>
              </a:lnSpc>
              <a:spcBef>
                <a:spcPts val="0"/>
              </a:spcBef>
              <a:spcAft>
                <a:spcPts val="0"/>
              </a:spcAft>
              <a:buClr>
                <a:srgbClr val="438F84"/>
              </a:buClr>
              <a:buSzPts val="2800"/>
              <a:buFont typeface="Gill Sans"/>
              <a:buNone/>
              <a:defRPr sz="2800">
                <a:solidFill>
                  <a:srgbClr val="438F84"/>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81" name="Google Shape;481;p79"/>
          <p:cNvSpPr txBox="1">
            <a:spLocks noGrp="1"/>
          </p:cNvSpPr>
          <p:nvPr>
            <p:ph type="body" idx="3"/>
          </p:nvPr>
        </p:nvSpPr>
        <p:spPr>
          <a:xfrm>
            <a:off x="4264380" y="4178862"/>
            <a:ext cx="4114816" cy="856230"/>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82" name="Google Shape;482;p79"/>
          <p:cNvSpPr txBox="1">
            <a:spLocks noGrp="1"/>
          </p:cNvSpPr>
          <p:nvPr>
            <p:ph type="body" idx="4"/>
          </p:nvPr>
        </p:nvSpPr>
        <p:spPr>
          <a:xfrm>
            <a:off x="8603112" y="4178862"/>
            <a:ext cx="3366004" cy="856230"/>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400"/>
              </a:spcBef>
              <a:spcAft>
                <a:spcPts val="0"/>
              </a:spcAft>
              <a:buClr>
                <a:srgbClr val="252525"/>
              </a:buClr>
              <a:buSzPts val="1700"/>
              <a:buFont typeface="Gill Sans"/>
              <a:buNone/>
              <a:defRPr sz="17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83" name="Google Shape;483;p79"/>
          <p:cNvSpPr txBox="1">
            <a:spLocks noGrp="1"/>
          </p:cNvSpPr>
          <p:nvPr>
            <p:ph type="body" idx="5"/>
          </p:nvPr>
        </p:nvSpPr>
        <p:spPr>
          <a:xfrm>
            <a:off x="1070355" y="4140762"/>
            <a:ext cx="2947717" cy="418510"/>
          </a:xfrm>
          <a:prstGeom prst="rect">
            <a:avLst/>
          </a:prstGeom>
          <a:noFill/>
          <a:ln>
            <a:noFill/>
          </a:ln>
        </p:spPr>
        <p:txBody>
          <a:bodyPr spcFirstLastPara="1" wrap="square" lIns="36100" tIns="36100" rIns="36100" bIns="36100" anchor="b" anchorCtr="0">
            <a:noAutofit/>
          </a:bodyPr>
          <a:lstStyle>
            <a:lvl1pPr marL="457200" lvl="0" indent="-228600" algn="l">
              <a:lnSpc>
                <a:spcPct val="80000"/>
              </a:lnSpc>
              <a:spcBef>
                <a:spcPts val="0"/>
              </a:spcBef>
              <a:spcAft>
                <a:spcPts val="0"/>
              </a:spcAft>
              <a:buClr>
                <a:srgbClr val="3B7E75"/>
              </a:buClr>
              <a:buSzPts val="2400"/>
              <a:buFont typeface="Gill Sans"/>
              <a:buNone/>
              <a:defRPr sz="2400">
                <a:solidFill>
                  <a:srgbClr val="3B7E7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84" name="Google Shape;484;p79"/>
          <p:cNvSpPr txBox="1">
            <a:spLocks noGrp="1"/>
          </p:cNvSpPr>
          <p:nvPr>
            <p:ph type="body" idx="6"/>
          </p:nvPr>
        </p:nvSpPr>
        <p:spPr>
          <a:xfrm>
            <a:off x="1070355" y="4525640"/>
            <a:ext cx="2947717" cy="509452"/>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0"/>
              </a:spcBef>
              <a:spcAft>
                <a:spcPts val="0"/>
              </a:spcAft>
              <a:buClr>
                <a:srgbClr val="252525"/>
              </a:buClr>
              <a:buSzPts val="1500"/>
              <a:buFont typeface="Gill Sans"/>
              <a:buNone/>
              <a:defRPr sz="15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85" name="Google Shape;485;p79"/>
          <p:cNvSpPr txBox="1">
            <a:spLocks noGrp="1"/>
          </p:cNvSpPr>
          <p:nvPr>
            <p:ph type="body" idx="7"/>
          </p:nvPr>
        </p:nvSpPr>
        <p:spPr>
          <a:xfrm>
            <a:off x="4265372" y="5356972"/>
            <a:ext cx="4112831" cy="856230"/>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86" name="Google Shape;486;p79"/>
          <p:cNvSpPr txBox="1">
            <a:spLocks noGrp="1"/>
          </p:cNvSpPr>
          <p:nvPr>
            <p:ph type="body" idx="8"/>
          </p:nvPr>
        </p:nvSpPr>
        <p:spPr>
          <a:xfrm>
            <a:off x="8604105" y="5356972"/>
            <a:ext cx="3364018" cy="856230"/>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400"/>
              </a:spcBef>
              <a:spcAft>
                <a:spcPts val="0"/>
              </a:spcAft>
              <a:buClr>
                <a:srgbClr val="252525"/>
              </a:buClr>
              <a:buSzPts val="1700"/>
              <a:buFont typeface="Gill Sans"/>
              <a:buNone/>
              <a:defRPr sz="17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87" name="Google Shape;487;p79"/>
          <p:cNvCxnSpPr/>
          <p:nvPr/>
        </p:nvCxnSpPr>
        <p:spPr>
          <a:xfrm>
            <a:off x="4265372" y="5201223"/>
            <a:ext cx="4112832" cy="1"/>
          </a:xfrm>
          <a:prstGeom prst="straightConnector1">
            <a:avLst/>
          </a:prstGeom>
          <a:noFill/>
          <a:ln w="12700" cap="flat" cmpd="sng">
            <a:solidFill>
              <a:srgbClr val="D8D8D8"/>
            </a:solidFill>
            <a:prstDash val="solid"/>
            <a:miter lim="400000"/>
            <a:headEnd type="none" w="sm" len="sm"/>
            <a:tailEnd type="none" w="sm" len="sm"/>
          </a:ln>
        </p:spPr>
      </p:cxnSp>
      <p:cxnSp>
        <p:nvCxnSpPr>
          <p:cNvPr id="488" name="Google Shape;488;p79"/>
          <p:cNvCxnSpPr/>
          <p:nvPr/>
        </p:nvCxnSpPr>
        <p:spPr>
          <a:xfrm>
            <a:off x="8604105" y="5201223"/>
            <a:ext cx="3364017" cy="1"/>
          </a:xfrm>
          <a:prstGeom prst="straightConnector1">
            <a:avLst/>
          </a:prstGeom>
          <a:noFill/>
          <a:ln w="12700" cap="flat" cmpd="sng">
            <a:solidFill>
              <a:srgbClr val="D8D8D8"/>
            </a:solidFill>
            <a:prstDash val="solid"/>
            <a:miter lim="400000"/>
            <a:headEnd type="none" w="sm" len="sm"/>
            <a:tailEnd type="none" w="sm" len="sm"/>
          </a:ln>
        </p:spPr>
      </p:cxnSp>
      <p:sp>
        <p:nvSpPr>
          <p:cNvPr id="489" name="Google Shape;489;p79"/>
          <p:cNvSpPr txBox="1">
            <a:spLocks noGrp="1"/>
          </p:cNvSpPr>
          <p:nvPr>
            <p:ph type="body" idx="9"/>
          </p:nvPr>
        </p:nvSpPr>
        <p:spPr>
          <a:xfrm>
            <a:off x="1071348" y="5318872"/>
            <a:ext cx="2945731" cy="418510"/>
          </a:xfrm>
          <a:prstGeom prst="rect">
            <a:avLst/>
          </a:prstGeom>
          <a:noFill/>
          <a:ln>
            <a:noFill/>
          </a:ln>
        </p:spPr>
        <p:txBody>
          <a:bodyPr spcFirstLastPara="1" wrap="square" lIns="36100" tIns="36100" rIns="36100" bIns="36100" anchor="b" anchorCtr="0">
            <a:noAutofit/>
          </a:bodyPr>
          <a:lstStyle>
            <a:lvl1pPr marL="457200" lvl="0" indent="-228600" algn="l">
              <a:lnSpc>
                <a:spcPct val="80000"/>
              </a:lnSpc>
              <a:spcBef>
                <a:spcPts val="0"/>
              </a:spcBef>
              <a:spcAft>
                <a:spcPts val="0"/>
              </a:spcAft>
              <a:buClr>
                <a:srgbClr val="3B7E75"/>
              </a:buClr>
              <a:buSzPts val="2400"/>
              <a:buFont typeface="Gill Sans"/>
              <a:buNone/>
              <a:defRPr sz="2400">
                <a:solidFill>
                  <a:srgbClr val="3B7E7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90" name="Google Shape;490;p79"/>
          <p:cNvSpPr txBox="1">
            <a:spLocks noGrp="1"/>
          </p:cNvSpPr>
          <p:nvPr>
            <p:ph type="body" idx="13"/>
          </p:nvPr>
        </p:nvSpPr>
        <p:spPr>
          <a:xfrm>
            <a:off x="1071348" y="5703749"/>
            <a:ext cx="2945731" cy="509452"/>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0"/>
              </a:spcBef>
              <a:spcAft>
                <a:spcPts val="0"/>
              </a:spcAft>
              <a:buClr>
                <a:srgbClr val="252525"/>
              </a:buClr>
              <a:buSzPts val="1500"/>
              <a:buFont typeface="Gill Sans"/>
              <a:buNone/>
              <a:defRPr sz="15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91" name="Google Shape;491;p79"/>
          <p:cNvSpPr txBox="1">
            <a:spLocks noGrp="1"/>
          </p:cNvSpPr>
          <p:nvPr>
            <p:ph type="body" idx="14"/>
          </p:nvPr>
        </p:nvSpPr>
        <p:spPr>
          <a:xfrm>
            <a:off x="4264380" y="6538568"/>
            <a:ext cx="4114816" cy="856230"/>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92" name="Google Shape;492;p79"/>
          <p:cNvSpPr txBox="1">
            <a:spLocks noGrp="1"/>
          </p:cNvSpPr>
          <p:nvPr>
            <p:ph type="body" idx="15"/>
          </p:nvPr>
        </p:nvSpPr>
        <p:spPr>
          <a:xfrm>
            <a:off x="8603112" y="6538568"/>
            <a:ext cx="3366004" cy="856230"/>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400"/>
              </a:spcBef>
              <a:spcAft>
                <a:spcPts val="0"/>
              </a:spcAft>
              <a:buClr>
                <a:srgbClr val="252525"/>
              </a:buClr>
              <a:buSzPts val="1700"/>
              <a:buFont typeface="Gill Sans"/>
              <a:buNone/>
              <a:defRPr sz="17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93" name="Google Shape;493;p79"/>
          <p:cNvCxnSpPr/>
          <p:nvPr/>
        </p:nvCxnSpPr>
        <p:spPr>
          <a:xfrm>
            <a:off x="4264380" y="6382819"/>
            <a:ext cx="4114817" cy="1"/>
          </a:xfrm>
          <a:prstGeom prst="straightConnector1">
            <a:avLst/>
          </a:prstGeom>
          <a:noFill/>
          <a:ln w="12700" cap="flat" cmpd="sng">
            <a:solidFill>
              <a:srgbClr val="D8D8D8"/>
            </a:solidFill>
            <a:prstDash val="solid"/>
            <a:miter lim="400000"/>
            <a:headEnd type="none" w="sm" len="sm"/>
            <a:tailEnd type="none" w="sm" len="sm"/>
          </a:ln>
        </p:spPr>
      </p:cxnSp>
      <p:cxnSp>
        <p:nvCxnSpPr>
          <p:cNvPr id="494" name="Google Shape;494;p79"/>
          <p:cNvCxnSpPr/>
          <p:nvPr/>
        </p:nvCxnSpPr>
        <p:spPr>
          <a:xfrm>
            <a:off x="8603112" y="6382819"/>
            <a:ext cx="3366003" cy="1"/>
          </a:xfrm>
          <a:prstGeom prst="straightConnector1">
            <a:avLst/>
          </a:prstGeom>
          <a:noFill/>
          <a:ln w="12700" cap="flat" cmpd="sng">
            <a:solidFill>
              <a:srgbClr val="D8D8D8"/>
            </a:solidFill>
            <a:prstDash val="solid"/>
            <a:miter lim="400000"/>
            <a:headEnd type="none" w="sm" len="sm"/>
            <a:tailEnd type="none" w="sm" len="sm"/>
          </a:ln>
        </p:spPr>
      </p:cxnSp>
      <p:sp>
        <p:nvSpPr>
          <p:cNvPr id="495" name="Google Shape;495;p79"/>
          <p:cNvSpPr txBox="1">
            <a:spLocks noGrp="1"/>
          </p:cNvSpPr>
          <p:nvPr>
            <p:ph type="body" idx="16"/>
          </p:nvPr>
        </p:nvSpPr>
        <p:spPr>
          <a:xfrm>
            <a:off x="1070355" y="6500468"/>
            <a:ext cx="2947716" cy="418510"/>
          </a:xfrm>
          <a:prstGeom prst="rect">
            <a:avLst/>
          </a:prstGeom>
          <a:noFill/>
          <a:ln>
            <a:noFill/>
          </a:ln>
        </p:spPr>
        <p:txBody>
          <a:bodyPr spcFirstLastPara="1" wrap="square" lIns="36100" tIns="36100" rIns="36100" bIns="36100" anchor="b" anchorCtr="0">
            <a:noAutofit/>
          </a:bodyPr>
          <a:lstStyle>
            <a:lvl1pPr marL="457200" lvl="0" indent="-228600" algn="l">
              <a:lnSpc>
                <a:spcPct val="80000"/>
              </a:lnSpc>
              <a:spcBef>
                <a:spcPts val="0"/>
              </a:spcBef>
              <a:spcAft>
                <a:spcPts val="0"/>
              </a:spcAft>
              <a:buClr>
                <a:srgbClr val="3B7E75"/>
              </a:buClr>
              <a:buSzPts val="2400"/>
              <a:buFont typeface="Gill Sans"/>
              <a:buNone/>
              <a:defRPr sz="2400">
                <a:solidFill>
                  <a:srgbClr val="3B7E7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96" name="Google Shape;496;p79"/>
          <p:cNvSpPr txBox="1">
            <a:spLocks noGrp="1"/>
          </p:cNvSpPr>
          <p:nvPr>
            <p:ph type="body" idx="17"/>
          </p:nvPr>
        </p:nvSpPr>
        <p:spPr>
          <a:xfrm>
            <a:off x="1070355" y="6885345"/>
            <a:ext cx="2947716" cy="509452"/>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0"/>
              </a:spcBef>
              <a:spcAft>
                <a:spcPts val="0"/>
              </a:spcAft>
              <a:buClr>
                <a:srgbClr val="252525"/>
              </a:buClr>
              <a:buSzPts val="1500"/>
              <a:buFont typeface="Gill Sans"/>
              <a:buNone/>
              <a:defRPr sz="15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97" name="Google Shape;497;p79"/>
          <p:cNvSpPr txBox="1">
            <a:spLocks noGrp="1"/>
          </p:cNvSpPr>
          <p:nvPr>
            <p:ph type="body" idx="18"/>
          </p:nvPr>
        </p:nvSpPr>
        <p:spPr>
          <a:xfrm>
            <a:off x="4265372" y="7706294"/>
            <a:ext cx="4112831" cy="856230"/>
          </a:xfrm>
          <a:prstGeom prst="rect">
            <a:avLst/>
          </a:prstGeom>
          <a:noFill/>
          <a:ln>
            <a:noFill/>
          </a:ln>
        </p:spPr>
        <p:txBody>
          <a:bodyPr spcFirstLastPara="1" wrap="square" lIns="36100" tIns="36100" rIns="36100" bIns="36100" anchor="t"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498" name="Google Shape;498;p79"/>
          <p:cNvSpPr txBox="1">
            <a:spLocks noGrp="1"/>
          </p:cNvSpPr>
          <p:nvPr>
            <p:ph type="body" idx="19"/>
          </p:nvPr>
        </p:nvSpPr>
        <p:spPr>
          <a:xfrm>
            <a:off x="8604105" y="7706294"/>
            <a:ext cx="3364018" cy="856230"/>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400"/>
              </a:spcBef>
              <a:spcAft>
                <a:spcPts val="0"/>
              </a:spcAft>
              <a:buClr>
                <a:srgbClr val="252525"/>
              </a:buClr>
              <a:buSzPts val="1700"/>
              <a:buFont typeface="Gill Sans"/>
              <a:buNone/>
              <a:defRPr sz="17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cxnSp>
        <p:nvCxnSpPr>
          <p:cNvPr id="499" name="Google Shape;499;p79"/>
          <p:cNvCxnSpPr/>
          <p:nvPr/>
        </p:nvCxnSpPr>
        <p:spPr>
          <a:xfrm>
            <a:off x="4265372" y="7550546"/>
            <a:ext cx="4112832" cy="1"/>
          </a:xfrm>
          <a:prstGeom prst="straightConnector1">
            <a:avLst/>
          </a:prstGeom>
          <a:noFill/>
          <a:ln w="12700" cap="flat" cmpd="sng">
            <a:solidFill>
              <a:srgbClr val="D8D8D8"/>
            </a:solidFill>
            <a:prstDash val="solid"/>
            <a:miter lim="400000"/>
            <a:headEnd type="none" w="sm" len="sm"/>
            <a:tailEnd type="none" w="sm" len="sm"/>
          </a:ln>
        </p:spPr>
      </p:cxnSp>
      <p:cxnSp>
        <p:nvCxnSpPr>
          <p:cNvPr id="500" name="Google Shape;500;p79"/>
          <p:cNvCxnSpPr/>
          <p:nvPr/>
        </p:nvCxnSpPr>
        <p:spPr>
          <a:xfrm>
            <a:off x="8604105" y="7550546"/>
            <a:ext cx="3364017" cy="1"/>
          </a:xfrm>
          <a:prstGeom prst="straightConnector1">
            <a:avLst/>
          </a:prstGeom>
          <a:noFill/>
          <a:ln w="12700" cap="flat" cmpd="sng">
            <a:solidFill>
              <a:srgbClr val="D8D8D8"/>
            </a:solidFill>
            <a:prstDash val="solid"/>
            <a:miter lim="400000"/>
            <a:headEnd type="none" w="sm" len="sm"/>
            <a:tailEnd type="none" w="sm" len="sm"/>
          </a:ln>
        </p:spPr>
      </p:cxnSp>
      <p:sp>
        <p:nvSpPr>
          <p:cNvPr id="501" name="Google Shape;501;p79"/>
          <p:cNvSpPr txBox="1">
            <a:spLocks noGrp="1"/>
          </p:cNvSpPr>
          <p:nvPr>
            <p:ph type="body" idx="20"/>
          </p:nvPr>
        </p:nvSpPr>
        <p:spPr>
          <a:xfrm>
            <a:off x="1071348" y="7668194"/>
            <a:ext cx="2945730" cy="418510"/>
          </a:xfrm>
          <a:prstGeom prst="rect">
            <a:avLst/>
          </a:prstGeom>
          <a:noFill/>
          <a:ln>
            <a:noFill/>
          </a:ln>
        </p:spPr>
        <p:txBody>
          <a:bodyPr spcFirstLastPara="1" wrap="square" lIns="36100" tIns="36100" rIns="36100" bIns="36100" anchor="b" anchorCtr="0">
            <a:noAutofit/>
          </a:bodyPr>
          <a:lstStyle>
            <a:lvl1pPr marL="457200" lvl="0" indent="-228600" algn="l">
              <a:lnSpc>
                <a:spcPct val="80000"/>
              </a:lnSpc>
              <a:spcBef>
                <a:spcPts val="0"/>
              </a:spcBef>
              <a:spcAft>
                <a:spcPts val="0"/>
              </a:spcAft>
              <a:buClr>
                <a:srgbClr val="3B7E75"/>
              </a:buClr>
              <a:buSzPts val="2400"/>
              <a:buFont typeface="Gill Sans"/>
              <a:buNone/>
              <a:defRPr sz="2400">
                <a:solidFill>
                  <a:srgbClr val="3B7E7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02" name="Google Shape;502;p79"/>
          <p:cNvSpPr txBox="1">
            <a:spLocks noGrp="1"/>
          </p:cNvSpPr>
          <p:nvPr>
            <p:ph type="body" idx="21"/>
          </p:nvPr>
        </p:nvSpPr>
        <p:spPr>
          <a:xfrm>
            <a:off x="1071348" y="8053072"/>
            <a:ext cx="2945730" cy="509452"/>
          </a:xfrm>
          <a:prstGeom prst="rect">
            <a:avLst/>
          </a:prstGeom>
          <a:noFill/>
          <a:ln>
            <a:noFill/>
          </a:ln>
        </p:spPr>
        <p:txBody>
          <a:bodyPr spcFirstLastPara="1" wrap="square" lIns="36100" tIns="36100" rIns="36100" bIns="36100" anchor="t" anchorCtr="0">
            <a:normAutofit/>
          </a:bodyPr>
          <a:lstStyle>
            <a:lvl1pPr marL="457200" lvl="0" indent="-228600" algn="l">
              <a:lnSpc>
                <a:spcPct val="100000"/>
              </a:lnSpc>
              <a:spcBef>
                <a:spcPts val="0"/>
              </a:spcBef>
              <a:spcAft>
                <a:spcPts val="0"/>
              </a:spcAft>
              <a:buClr>
                <a:srgbClr val="252525"/>
              </a:buClr>
              <a:buSzPts val="1500"/>
              <a:buFont typeface="Gill Sans"/>
              <a:buNone/>
              <a:defRPr sz="1500">
                <a:solidFill>
                  <a:srgbClr val="252525"/>
                </a:solidFill>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03" name="Google Shape;503;p79"/>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Title Mosaic">
  <p:cSld name="Title Mosaic">
    <p:spTree>
      <p:nvGrpSpPr>
        <p:cNvPr id="1" name="Shape 504"/>
        <p:cNvGrpSpPr/>
        <p:nvPr/>
      </p:nvGrpSpPr>
      <p:grpSpPr>
        <a:xfrm>
          <a:off x="0" y="0"/>
          <a:ext cx="0" cy="0"/>
          <a:chOff x="0" y="0"/>
          <a:chExt cx="0" cy="0"/>
        </a:xfrm>
      </p:grpSpPr>
      <p:sp>
        <p:nvSpPr>
          <p:cNvPr id="505" name="Google Shape;505;p80"/>
          <p:cNvSpPr/>
          <p:nvPr/>
        </p:nvSpPr>
        <p:spPr>
          <a:xfrm>
            <a:off x="650081" y="651271"/>
            <a:ext cx="2757479" cy="2654500"/>
          </a:xfrm>
          <a:prstGeom prst="rect">
            <a:avLst/>
          </a:prstGeom>
          <a:solidFill>
            <a:srgbClr val="9FDABF"/>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06" name="Google Shape;506;p80"/>
          <p:cNvSpPr>
            <a:spLocks noGrp="1"/>
          </p:cNvSpPr>
          <p:nvPr>
            <p:ph type="pic" idx="2"/>
          </p:nvPr>
        </p:nvSpPr>
        <p:spPr>
          <a:xfrm>
            <a:off x="2651652" y="651271"/>
            <a:ext cx="4719110" cy="2654500"/>
          </a:xfrm>
          <a:prstGeom prst="rect">
            <a:avLst/>
          </a:prstGeom>
          <a:noFill/>
          <a:ln>
            <a:noFill/>
          </a:ln>
        </p:spPr>
        <p:txBody>
          <a:bodyPr/>
          <a:lstStyle/>
          <a:p>
            <a:endParaRPr lang="en-GB"/>
          </a:p>
        </p:txBody>
      </p:sp>
      <p:sp>
        <p:nvSpPr>
          <p:cNvPr id="507" name="Google Shape;507;p80"/>
          <p:cNvSpPr/>
          <p:nvPr/>
        </p:nvSpPr>
        <p:spPr>
          <a:xfrm>
            <a:off x="650081" y="3549550"/>
            <a:ext cx="5739866" cy="5552779"/>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08" name="Google Shape;508;p80"/>
          <p:cNvSpPr/>
          <p:nvPr/>
        </p:nvSpPr>
        <p:spPr>
          <a:xfrm>
            <a:off x="6614853" y="6447829"/>
            <a:ext cx="2757479" cy="2654500"/>
          </a:xfrm>
          <a:prstGeom prst="rect">
            <a:avLst/>
          </a:prstGeom>
          <a:solidFill>
            <a:srgbClr val="9FDABF"/>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09" name="Google Shape;509;p80"/>
          <p:cNvSpPr>
            <a:spLocks noGrp="1"/>
          </p:cNvSpPr>
          <p:nvPr>
            <p:ph type="pic" idx="3"/>
          </p:nvPr>
        </p:nvSpPr>
        <p:spPr>
          <a:xfrm>
            <a:off x="4548983" y="651271"/>
            <a:ext cx="9871606" cy="5552779"/>
          </a:xfrm>
          <a:prstGeom prst="rect">
            <a:avLst/>
          </a:prstGeom>
          <a:noFill/>
          <a:ln>
            <a:noFill/>
          </a:ln>
        </p:spPr>
        <p:txBody>
          <a:bodyPr/>
          <a:lstStyle/>
          <a:p>
            <a:endParaRPr lang="en-GB"/>
          </a:p>
        </p:txBody>
      </p:sp>
      <p:sp>
        <p:nvSpPr>
          <p:cNvPr id="510" name="Google Shape;510;p80"/>
          <p:cNvSpPr>
            <a:spLocks noGrp="1"/>
          </p:cNvSpPr>
          <p:nvPr>
            <p:ph type="pic" idx="4"/>
          </p:nvPr>
        </p:nvSpPr>
        <p:spPr>
          <a:xfrm>
            <a:off x="8616425" y="6447829"/>
            <a:ext cx="4719109" cy="2654500"/>
          </a:xfrm>
          <a:prstGeom prst="rect">
            <a:avLst/>
          </a:prstGeom>
          <a:noFill/>
          <a:ln>
            <a:noFill/>
          </a:ln>
        </p:spPr>
        <p:txBody>
          <a:bodyPr/>
          <a:lstStyle/>
          <a:p>
            <a:endParaRPr lang="en-GB"/>
          </a:p>
        </p:txBody>
      </p:sp>
      <p:sp>
        <p:nvSpPr>
          <p:cNvPr id="511" name="Google Shape;511;p80"/>
          <p:cNvSpPr txBox="1">
            <a:spLocks noGrp="1"/>
          </p:cNvSpPr>
          <p:nvPr>
            <p:ph type="title"/>
          </p:nvPr>
        </p:nvSpPr>
        <p:spPr>
          <a:xfrm>
            <a:off x="1419301" y="4271863"/>
            <a:ext cx="4201425" cy="4108153"/>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FFFF"/>
              </a:buClr>
              <a:buSzPts val="1800"/>
              <a:buNone/>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512" name="Google Shape;512;p80"/>
          <p:cNvSpPr txBox="1">
            <a:spLocks noGrp="1"/>
          </p:cNvSpPr>
          <p:nvPr>
            <p:ph type="sldNum" idx="12"/>
          </p:nvPr>
        </p:nvSpPr>
        <p:spPr>
          <a:xfrm>
            <a:off x="11019907" y="813792"/>
            <a:ext cx="1110042"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Caption Mosaic">
  <p:cSld name="Caption Mosaic">
    <p:spTree>
      <p:nvGrpSpPr>
        <p:cNvPr id="1" name="Shape 513"/>
        <p:cNvGrpSpPr/>
        <p:nvPr/>
      </p:nvGrpSpPr>
      <p:grpSpPr>
        <a:xfrm>
          <a:off x="0" y="0"/>
          <a:ext cx="0" cy="0"/>
          <a:chOff x="0" y="0"/>
          <a:chExt cx="0" cy="0"/>
        </a:xfrm>
      </p:grpSpPr>
      <p:sp>
        <p:nvSpPr>
          <p:cNvPr id="514" name="Google Shape;514;p81"/>
          <p:cNvSpPr/>
          <p:nvPr/>
        </p:nvSpPr>
        <p:spPr>
          <a:xfrm>
            <a:off x="650081" y="651271"/>
            <a:ext cx="2757479" cy="2654500"/>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15" name="Google Shape;515;p81"/>
          <p:cNvSpPr>
            <a:spLocks noGrp="1"/>
          </p:cNvSpPr>
          <p:nvPr>
            <p:ph type="pic" idx="2"/>
          </p:nvPr>
        </p:nvSpPr>
        <p:spPr>
          <a:xfrm>
            <a:off x="2651652" y="651271"/>
            <a:ext cx="4719110" cy="2654500"/>
          </a:xfrm>
          <a:prstGeom prst="rect">
            <a:avLst/>
          </a:prstGeom>
          <a:noFill/>
          <a:ln>
            <a:noFill/>
          </a:ln>
        </p:spPr>
        <p:txBody>
          <a:bodyPr/>
          <a:lstStyle/>
          <a:p>
            <a:endParaRPr lang="en-GB"/>
          </a:p>
        </p:txBody>
      </p:sp>
      <p:sp>
        <p:nvSpPr>
          <p:cNvPr id="516" name="Google Shape;516;p81"/>
          <p:cNvSpPr>
            <a:spLocks noGrp="1"/>
          </p:cNvSpPr>
          <p:nvPr>
            <p:ph type="pic" idx="3"/>
          </p:nvPr>
        </p:nvSpPr>
        <p:spPr>
          <a:xfrm>
            <a:off x="-1415789" y="3549550"/>
            <a:ext cx="9871605" cy="5552779"/>
          </a:xfrm>
          <a:prstGeom prst="rect">
            <a:avLst/>
          </a:prstGeom>
          <a:noFill/>
          <a:ln>
            <a:noFill/>
          </a:ln>
        </p:spPr>
        <p:txBody>
          <a:bodyPr/>
          <a:lstStyle/>
          <a:p>
            <a:endParaRPr lang="en-GB"/>
          </a:p>
        </p:txBody>
      </p:sp>
      <p:sp>
        <p:nvSpPr>
          <p:cNvPr id="517" name="Google Shape;517;p81"/>
          <p:cNvSpPr>
            <a:spLocks noGrp="1"/>
          </p:cNvSpPr>
          <p:nvPr>
            <p:ph type="pic" idx="4"/>
          </p:nvPr>
        </p:nvSpPr>
        <p:spPr>
          <a:xfrm>
            <a:off x="5634038" y="6447829"/>
            <a:ext cx="4719109" cy="2654500"/>
          </a:xfrm>
          <a:prstGeom prst="rect">
            <a:avLst/>
          </a:prstGeom>
          <a:noFill/>
          <a:ln>
            <a:noFill/>
          </a:ln>
        </p:spPr>
        <p:txBody>
          <a:bodyPr/>
          <a:lstStyle/>
          <a:p>
            <a:endParaRPr lang="en-GB"/>
          </a:p>
        </p:txBody>
      </p:sp>
      <p:sp>
        <p:nvSpPr>
          <p:cNvPr id="518" name="Google Shape;518;p81"/>
          <p:cNvSpPr/>
          <p:nvPr/>
        </p:nvSpPr>
        <p:spPr>
          <a:xfrm>
            <a:off x="6614853" y="651271"/>
            <a:ext cx="5739866" cy="5552779"/>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19" name="Google Shape;519;p81"/>
          <p:cNvSpPr/>
          <p:nvPr/>
        </p:nvSpPr>
        <p:spPr>
          <a:xfrm>
            <a:off x="9597240" y="6447829"/>
            <a:ext cx="2757479" cy="2654500"/>
          </a:xfrm>
          <a:prstGeom prst="rect">
            <a:avLst/>
          </a:prstGeom>
          <a:solidFill>
            <a:srgbClr val="9FDABF"/>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20" name="Google Shape;520;p81"/>
          <p:cNvSpPr txBox="1">
            <a:spLocks noGrp="1"/>
          </p:cNvSpPr>
          <p:nvPr>
            <p:ph type="title"/>
          </p:nvPr>
        </p:nvSpPr>
        <p:spPr>
          <a:xfrm>
            <a:off x="7384074" y="1373584"/>
            <a:ext cx="4201424" cy="1571031"/>
          </a:xfrm>
          <a:prstGeom prst="rect">
            <a:avLst/>
          </a:prstGeom>
          <a:noFill/>
          <a:ln>
            <a:noFill/>
          </a:ln>
        </p:spPr>
        <p:txBody>
          <a:bodyPr spcFirstLastPara="1" wrap="square" lIns="27075" tIns="27075" rIns="27075" bIns="27075" anchor="t" anchorCtr="0">
            <a:normAutofit/>
          </a:bodyPr>
          <a:lstStyle>
            <a:lvl1pPr lvl="0" algn="l">
              <a:lnSpc>
                <a:spcPct val="100000"/>
              </a:lnSpc>
              <a:spcBef>
                <a:spcPts val="0"/>
              </a:spcBef>
              <a:spcAft>
                <a:spcPts val="0"/>
              </a:spcAft>
              <a:buClr>
                <a:srgbClr val="FFFFFF"/>
              </a:buClr>
              <a:buSzPts val="4200"/>
              <a:buFont typeface="Gill Sans"/>
              <a:buNone/>
              <a:defRPr sz="4200"/>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521" name="Google Shape;521;p81"/>
          <p:cNvSpPr txBox="1">
            <a:spLocks noGrp="1"/>
          </p:cNvSpPr>
          <p:nvPr>
            <p:ph type="body" idx="1"/>
          </p:nvPr>
        </p:nvSpPr>
        <p:spPr>
          <a:xfrm>
            <a:off x="7384074" y="2944614"/>
            <a:ext cx="4201424" cy="2537123"/>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800"/>
              </a:spcBef>
              <a:spcAft>
                <a:spcPts val="0"/>
              </a:spcAft>
              <a:buClr>
                <a:srgbClr val="FFFFFF"/>
              </a:buClr>
              <a:buSzPts val="2200"/>
              <a:buFont typeface="Gill Sans"/>
              <a:buNone/>
              <a:defRPr sz="2200">
                <a:solidFill>
                  <a:srgbClr val="FFFFFF"/>
                </a:solidFill>
              </a:defRPr>
            </a:lvl1pPr>
            <a:lvl2pPr marL="914400" lvl="1" indent="-228600" algn="l">
              <a:lnSpc>
                <a:spcPct val="100000"/>
              </a:lnSpc>
              <a:spcBef>
                <a:spcPts val="1800"/>
              </a:spcBef>
              <a:spcAft>
                <a:spcPts val="0"/>
              </a:spcAft>
              <a:buClr>
                <a:srgbClr val="FFFFFF"/>
              </a:buClr>
              <a:buSzPts val="2200"/>
              <a:buFont typeface="Gill Sans"/>
              <a:buNone/>
              <a:defRPr sz="2200">
                <a:solidFill>
                  <a:srgbClr val="FFFFFF"/>
                </a:solidFill>
              </a:defRPr>
            </a:lvl2pPr>
            <a:lvl3pPr marL="1371600" lvl="2" indent="-228600" algn="l">
              <a:lnSpc>
                <a:spcPct val="100000"/>
              </a:lnSpc>
              <a:spcBef>
                <a:spcPts val="1800"/>
              </a:spcBef>
              <a:spcAft>
                <a:spcPts val="0"/>
              </a:spcAft>
              <a:buClr>
                <a:srgbClr val="FFFFFF"/>
              </a:buClr>
              <a:buSzPts val="2200"/>
              <a:buFont typeface="Gill Sans"/>
              <a:buNone/>
              <a:defRPr sz="2200">
                <a:solidFill>
                  <a:srgbClr val="FFFFFF"/>
                </a:solidFill>
              </a:defRPr>
            </a:lvl3pPr>
            <a:lvl4pPr marL="1828800" lvl="3" indent="-228600" algn="l">
              <a:lnSpc>
                <a:spcPct val="100000"/>
              </a:lnSpc>
              <a:spcBef>
                <a:spcPts val="1800"/>
              </a:spcBef>
              <a:spcAft>
                <a:spcPts val="0"/>
              </a:spcAft>
              <a:buClr>
                <a:srgbClr val="FFFFFF"/>
              </a:buClr>
              <a:buSzPts val="2200"/>
              <a:buFont typeface="Gill Sans"/>
              <a:buNone/>
              <a:defRPr sz="2200">
                <a:solidFill>
                  <a:srgbClr val="FFFFFF"/>
                </a:solidFill>
              </a:defRPr>
            </a:lvl4pPr>
            <a:lvl5pPr marL="2286000" lvl="4" indent="-228600" algn="l">
              <a:lnSpc>
                <a:spcPct val="100000"/>
              </a:lnSpc>
              <a:spcBef>
                <a:spcPts val="1800"/>
              </a:spcBef>
              <a:spcAft>
                <a:spcPts val="0"/>
              </a:spcAft>
              <a:buClr>
                <a:srgbClr val="FFFFFF"/>
              </a:buClr>
              <a:buSzPts val="2200"/>
              <a:buFont typeface="Gill Sans"/>
              <a:buNone/>
              <a:defRPr sz="2200">
                <a:solidFill>
                  <a:srgbClr val="FFFFFF"/>
                </a:solidFill>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22" name="Google Shape;522;p81"/>
          <p:cNvSpPr txBox="1">
            <a:spLocks noGrp="1"/>
          </p:cNvSpPr>
          <p:nvPr>
            <p:ph type="sldNum" idx="12"/>
          </p:nvPr>
        </p:nvSpPr>
        <p:spPr>
          <a:xfrm>
            <a:off x="11019907" y="813792"/>
            <a:ext cx="1110042"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Photo Mosaic">
  <p:cSld name="Photo Mosaic">
    <p:spTree>
      <p:nvGrpSpPr>
        <p:cNvPr id="1" name="Shape 523"/>
        <p:cNvGrpSpPr/>
        <p:nvPr/>
      </p:nvGrpSpPr>
      <p:grpSpPr>
        <a:xfrm>
          <a:off x="0" y="0"/>
          <a:ext cx="0" cy="0"/>
          <a:chOff x="0" y="0"/>
          <a:chExt cx="0" cy="0"/>
        </a:xfrm>
      </p:grpSpPr>
      <p:sp>
        <p:nvSpPr>
          <p:cNvPr id="524" name="Google Shape;524;p82"/>
          <p:cNvSpPr>
            <a:spLocks noGrp="1"/>
          </p:cNvSpPr>
          <p:nvPr>
            <p:ph type="pic" idx="2"/>
          </p:nvPr>
        </p:nvSpPr>
        <p:spPr>
          <a:xfrm>
            <a:off x="-330734" y="651271"/>
            <a:ext cx="4719109" cy="2654500"/>
          </a:xfrm>
          <a:prstGeom prst="rect">
            <a:avLst/>
          </a:prstGeom>
          <a:noFill/>
          <a:ln>
            <a:noFill/>
          </a:ln>
        </p:spPr>
        <p:txBody>
          <a:bodyPr/>
          <a:lstStyle/>
          <a:p>
            <a:endParaRPr lang="en-GB"/>
          </a:p>
        </p:txBody>
      </p:sp>
      <p:sp>
        <p:nvSpPr>
          <p:cNvPr id="525" name="Google Shape;525;p82"/>
          <p:cNvSpPr>
            <a:spLocks noGrp="1"/>
          </p:cNvSpPr>
          <p:nvPr>
            <p:ph type="pic" idx="3"/>
          </p:nvPr>
        </p:nvSpPr>
        <p:spPr>
          <a:xfrm>
            <a:off x="-330734" y="3549550"/>
            <a:ext cx="4719109" cy="2654500"/>
          </a:xfrm>
          <a:prstGeom prst="rect">
            <a:avLst/>
          </a:prstGeom>
          <a:noFill/>
          <a:ln>
            <a:noFill/>
          </a:ln>
        </p:spPr>
        <p:txBody>
          <a:bodyPr/>
          <a:lstStyle/>
          <a:p>
            <a:endParaRPr lang="en-GB"/>
          </a:p>
        </p:txBody>
      </p:sp>
      <p:sp>
        <p:nvSpPr>
          <p:cNvPr id="526" name="Google Shape;526;p82"/>
          <p:cNvSpPr/>
          <p:nvPr/>
        </p:nvSpPr>
        <p:spPr>
          <a:xfrm>
            <a:off x="650081" y="6447829"/>
            <a:ext cx="2757479" cy="2654500"/>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27" name="Google Shape;527;p82"/>
          <p:cNvSpPr/>
          <p:nvPr/>
        </p:nvSpPr>
        <p:spPr>
          <a:xfrm>
            <a:off x="3632467" y="651271"/>
            <a:ext cx="2757480" cy="2654500"/>
          </a:xfrm>
          <a:prstGeom prst="rect">
            <a:avLst/>
          </a:prstGeom>
          <a:solidFill>
            <a:srgbClr val="438F84"/>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28" name="Google Shape;528;p82"/>
          <p:cNvSpPr>
            <a:spLocks noGrp="1"/>
          </p:cNvSpPr>
          <p:nvPr>
            <p:ph type="pic" idx="4"/>
          </p:nvPr>
        </p:nvSpPr>
        <p:spPr>
          <a:xfrm>
            <a:off x="75404" y="3549550"/>
            <a:ext cx="9871606" cy="5552779"/>
          </a:xfrm>
          <a:prstGeom prst="rect">
            <a:avLst/>
          </a:prstGeom>
          <a:noFill/>
          <a:ln>
            <a:noFill/>
          </a:ln>
        </p:spPr>
        <p:txBody>
          <a:bodyPr/>
          <a:lstStyle/>
          <a:p>
            <a:endParaRPr lang="en-GB"/>
          </a:p>
        </p:txBody>
      </p:sp>
      <p:sp>
        <p:nvSpPr>
          <p:cNvPr id="529" name="Google Shape;529;p82"/>
          <p:cNvSpPr/>
          <p:nvPr/>
        </p:nvSpPr>
        <p:spPr>
          <a:xfrm>
            <a:off x="6614853" y="6447829"/>
            <a:ext cx="2757479" cy="2654500"/>
          </a:xfrm>
          <a:prstGeom prst="rect">
            <a:avLst/>
          </a:prstGeom>
          <a:solidFill>
            <a:srgbClr val="9FDABF"/>
          </a:solidFill>
          <a:ln>
            <a:noFill/>
          </a:ln>
        </p:spPr>
        <p:txBody>
          <a:bodyPr spcFirstLastPara="1" wrap="square" lIns="36100" tIns="36100" rIns="36100" bIns="36100"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30" name="Google Shape;530;p82"/>
          <p:cNvSpPr>
            <a:spLocks noGrp="1"/>
          </p:cNvSpPr>
          <p:nvPr>
            <p:ph type="pic" idx="5"/>
          </p:nvPr>
        </p:nvSpPr>
        <p:spPr>
          <a:xfrm>
            <a:off x="4548983" y="651271"/>
            <a:ext cx="9871606" cy="5552779"/>
          </a:xfrm>
          <a:prstGeom prst="rect">
            <a:avLst/>
          </a:prstGeom>
          <a:noFill/>
          <a:ln>
            <a:noFill/>
          </a:ln>
        </p:spPr>
        <p:txBody>
          <a:bodyPr/>
          <a:lstStyle/>
          <a:p>
            <a:endParaRPr lang="en-GB"/>
          </a:p>
        </p:txBody>
      </p:sp>
      <p:sp>
        <p:nvSpPr>
          <p:cNvPr id="531" name="Google Shape;531;p82"/>
          <p:cNvSpPr>
            <a:spLocks noGrp="1"/>
          </p:cNvSpPr>
          <p:nvPr>
            <p:ph type="pic" idx="6"/>
          </p:nvPr>
        </p:nvSpPr>
        <p:spPr>
          <a:xfrm>
            <a:off x="8616425" y="6447829"/>
            <a:ext cx="4719109" cy="2654500"/>
          </a:xfrm>
          <a:prstGeom prst="rect">
            <a:avLst/>
          </a:prstGeom>
          <a:noFill/>
          <a:ln>
            <a:noFill/>
          </a:ln>
        </p:spPr>
        <p:txBody>
          <a:bodyPr/>
          <a:lstStyle/>
          <a:p>
            <a:endParaRPr lang="en-GB"/>
          </a:p>
        </p:txBody>
      </p:sp>
      <p:sp>
        <p:nvSpPr>
          <p:cNvPr id="532" name="Google Shape;532;p82"/>
          <p:cNvSpPr txBox="1">
            <a:spLocks noGrp="1"/>
          </p:cNvSpPr>
          <p:nvPr>
            <p:ph type="sldNum" idx="12"/>
          </p:nvPr>
        </p:nvSpPr>
        <p:spPr>
          <a:xfrm>
            <a:off x="11019907" y="813792"/>
            <a:ext cx="1110042" cy="739987"/>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White">
  <p:cSld name="White">
    <p:spTree>
      <p:nvGrpSpPr>
        <p:cNvPr id="1" name="Shape 533"/>
        <p:cNvGrpSpPr/>
        <p:nvPr/>
      </p:nvGrpSpPr>
      <p:grpSpPr>
        <a:xfrm>
          <a:off x="0" y="0"/>
          <a:ext cx="0" cy="0"/>
          <a:chOff x="0" y="0"/>
          <a:chExt cx="0" cy="0"/>
        </a:xfrm>
      </p:grpSpPr>
      <p:sp>
        <p:nvSpPr>
          <p:cNvPr id="534" name="Google Shape;534;p83"/>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lvl="0" indent="0" algn="r">
              <a:lnSpc>
                <a:spcPct val="100000"/>
              </a:lnSpc>
              <a:spcBef>
                <a:spcPts val="0"/>
              </a:spcBef>
              <a:spcAft>
                <a:spcPts val="0"/>
              </a:spcAft>
              <a:buClr>
                <a:srgbClr val="438F84"/>
              </a:buClr>
              <a:buSzPts val="4800"/>
              <a:buFont typeface="Gill Sans"/>
              <a:buNone/>
              <a:defRPr sz="4800">
                <a:solidFill>
                  <a:srgbClr val="438F84"/>
                </a:solidFill>
              </a:defRPr>
            </a:lvl1pPr>
            <a:lvl2pPr marL="0" lvl="1" indent="0" algn="r">
              <a:lnSpc>
                <a:spcPct val="100000"/>
              </a:lnSpc>
              <a:spcBef>
                <a:spcPts val="0"/>
              </a:spcBef>
              <a:spcAft>
                <a:spcPts val="0"/>
              </a:spcAft>
              <a:buClr>
                <a:srgbClr val="438F84"/>
              </a:buClr>
              <a:buSzPts val="4800"/>
              <a:buFont typeface="Gill Sans"/>
              <a:buNone/>
              <a:defRPr sz="4800">
                <a:solidFill>
                  <a:srgbClr val="438F84"/>
                </a:solidFill>
              </a:defRPr>
            </a:lvl2pPr>
            <a:lvl3pPr marL="0" lvl="2" indent="0" algn="r">
              <a:lnSpc>
                <a:spcPct val="100000"/>
              </a:lnSpc>
              <a:spcBef>
                <a:spcPts val="0"/>
              </a:spcBef>
              <a:spcAft>
                <a:spcPts val="0"/>
              </a:spcAft>
              <a:buClr>
                <a:srgbClr val="438F84"/>
              </a:buClr>
              <a:buSzPts val="4800"/>
              <a:buFont typeface="Gill Sans"/>
              <a:buNone/>
              <a:defRPr sz="4800">
                <a:solidFill>
                  <a:srgbClr val="438F84"/>
                </a:solidFill>
              </a:defRPr>
            </a:lvl3pPr>
            <a:lvl4pPr marL="0" lvl="3" indent="0" algn="r">
              <a:lnSpc>
                <a:spcPct val="100000"/>
              </a:lnSpc>
              <a:spcBef>
                <a:spcPts val="0"/>
              </a:spcBef>
              <a:spcAft>
                <a:spcPts val="0"/>
              </a:spcAft>
              <a:buClr>
                <a:srgbClr val="438F84"/>
              </a:buClr>
              <a:buSzPts val="4800"/>
              <a:buFont typeface="Gill Sans"/>
              <a:buNone/>
              <a:defRPr sz="4800">
                <a:solidFill>
                  <a:srgbClr val="438F84"/>
                </a:solidFill>
              </a:defRPr>
            </a:lvl4pPr>
            <a:lvl5pPr marL="0" lvl="4" indent="0" algn="r">
              <a:lnSpc>
                <a:spcPct val="100000"/>
              </a:lnSpc>
              <a:spcBef>
                <a:spcPts val="0"/>
              </a:spcBef>
              <a:spcAft>
                <a:spcPts val="0"/>
              </a:spcAft>
              <a:buClr>
                <a:srgbClr val="438F84"/>
              </a:buClr>
              <a:buSzPts val="4800"/>
              <a:buFont typeface="Gill Sans"/>
              <a:buNone/>
              <a:defRPr sz="4800">
                <a:solidFill>
                  <a:srgbClr val="438F84"/>
                </a:solidFill>
              </a:defRPr>
            </a:lvl5pPr>
            <a:lvl6pPr marL="0" lvl="5" indent="0" algn="r">
              <a:lnSpc>
                <a:spcPct val="100000"/>
              </a:lnSpc>
              <a:spcBef>
                <a:spcPts val="0"/>
              </a:spcBef>
              <a:spcAft>
                <a:spcPts val="0"/>
              </a:spcAft>
              <a:buClr>
                <a:srgbClr val="438F84"/>
              </a:buClr>
              <a:buSzPts val="4800"/>
              <a:buFont typeface="Gill Sans"/>
              <a:buNone/>
              <a:defRPr sz="4800">
                <a:solidFill>
                  <a:srgbClr val="438F84"/>
                </a:solidFill>
              </a:defRPr>
            </a:lvl6pPr>
            <a:lvl7pPr marL="0" lvl="6" indent="0" algn="r">
              <a:lnSpc>
                <a:spcPct val="100000"/>
              </a:lnSpc>
              <a:spcBef>
                <a:spcPts val="0"/>
              </a:spcBef>
              <a:spcAft>
                <a:spcPts val="0"/>
              </a:spcAft>
              <a:buClr>
                <a:srgbClr val="438F84"/>
              </a:buClr>
              <a:buSzPts val="4800"/>
              <a:buFont typeface="Gill Sans"/>
              <a:buNone/>
              <a:defRPr sz="4800">
                <a:solidFill>
                  <a:srgbClr val="438F84"/>
                </a:solidFill>
              </a:defRPr>
            </a:lvl7pPr>
            <a:lvl8pPr marL="0" lvl="7" indent="0" algn="r">
              <a:lnSpc>
                <a:spcPct val="100000"/>
              </a:lnSpc>
              <a:spcBef>
                <a:spcPts val="0"/>
              </a:spcBef>
              <a:spcAft>
                <a:spcPts val="0"/>
              </a:spcAft>
              <a:buClr>
                <a:srgbClr val="438F84"/>
              </a:buClr>
              <a:buSzPts val="4800"/>
              <a:buFont typeface="Gill Sans"/>
              <a:buNone/>
              <a:defRPr sz="4800">
                <a:solidFill>
                  <a:srgbClr val="438F84"/>
                </a:solidFill>
              </a:defRPr>
            </a:lvl8pPr>
            <a:lvl9pPr marL="0" lvl="8" indent="0" algn="r">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Photo">
  <p:cSld name="Photo">
    <p:spTree>
      <p:nvGrpSpPr>
        <p:cNvPr id="1" name="Shape 535"/>
        <p:cNvGrpSpPr/>
        <p:nvPr/>
      </p:nvGrpSpPr>
      <p:grpSpPr>
        <a:xfrm>
          <a:off x="0" y="0"/>
          <a:ext cx="0" cy="0"/>
          <a:chOff x="0" y="0"/>
          <a:chExt cx="0" cy="0"/>
        </a:xfrm>
      </p:grpSpPr>
      <p:sp>
        <p:nvSpPr>
          <p:cNvPr id="536" name="Google Shape;536;p84"/>
          <p:cNvSpPr>
            <a:spLocks noGrp="1"/>
          </p:cNvSpPr>
          <p:nvPr>
            <p:ph type="pic" idx="2"/>
          </p:nvPr>
        </p:nvSpPr>
        <p:spPr>
          <a:xfrm>
            <a:off x="-2167454" y="1"/>
            <a:ext cx="17339731" cy="9753599"/>
          </a:xfrm>
          <a:prstGeom prst="rect">
            <a:avLst/>
          </a:prstGeom>
          <a:noFill/>
          <a:ln>
            <a:noFill/>
          </a:ln>
        </p:spPr>
        <p:txBody>
          <a:bodyPr/>
          <a:lstStyle/>
          <a:p>
            <a:endParaRPr lang="en-GB"/>
          </a:p>
        </p:txBody>
      </p:sp>
      <p:sp>
        <p:nvSpPr>
          <p:cNvPr id="537" name="Google Shape;537;p84"/>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Color">
  <p:cSld name="Color">
    <p:bg>
      <p:bgPr>
        <a:solidFill>
          <a:srgbClr val="438F84"/>
        </a:solidFill>
        <a:effectLst/>
      </p:bgPr>
    </p:bg>
    <p:spTree>
      <p:nvGrpSpPr>
        <p:cNvPr id="1" name="Shape 538"/>
        <p:cNvGrpSpPr/>
        <p:nvPr/>
      </p:nvGrpSpPr>
      <p:grpSpPr>
        <a:xfrm>
          <a:off x="0" y="0"/>
          <a:ext cx="0" cy="0"/>
          <a:chOff x="0" y="0"/>
          <a:chExt cx="0" cy="0"/>
        </a:xfrm>
      </p:grpSpPr>
      <p:sp>
        <p:nvSpPr>
          <p:cNvPr id="539" name="Google Shape;539;p85"/>
          <p:cNvSpPr txBox="1">
            <a:spLocks noGrp="1"/>
          </p:cNvSpPr>
          <p:nvPr>
            <p:ph type="sldNum" idx="12"/>
          </p:nvPr>
        </p:nvSpPr>
        <p:spPr>
          <a:xfrm>
            <a:off x="11027988" y="813792"/>
            <a:ext cx="1110042" cy="739987"/>
          </a:xfrm>
          <a:prstGeom prst="rect">
            <a:avLst/>
          </a:prstGeom>
          <a:noFill/>
          <a:ln>
            <a:noFill/>
          </a:ln>
        </p:spPr>
        <p:txBody>
          <a:bodyPr spcFirstLastPara="1" wrap="square" lIns="27075" tIns="27075" rIns="27075" bIns="27075" anchor="b" anchorCtr="0">
            <a:spAutoFit/>
          </a:bodyPr>
          <a:lstStyle>
            <a:lvl1pPr marL="0" marR="0" lvl="0" indent="0" algn="r">
              <a:lnSpc>
                <a:spcPct val="100000"/>
              </a:lnSpc>
              <a:spcBef>
                <a:spcPts val="0"/>
              </a:spcBef>
              <a:spcAft>
                <a:spcPts val="0"/>
              </a:spcAft>
              <a:buClr>
                <a:srgbClr val="FFFFFF"/>
              </a:buClr>
              <a:buSzPts val="4800"/>
              <a:buFont typeface="Gill Sans"/>
              <a:buNone/>
              <a:defRPr>
                <a:solidFill>
                  <a:srgbClr val="FFFFFF"/>
                </a:solidFill>
              </a:defRPr>
            </a:lvl1pPr>
            <a:lvl2pPr marL="0" marR="0" lvl="1" indent="0" algn="r">
              <a:lnSpc>
                <a:spcPct val="100000"/>
              </a:lnSpc>
              <a:spcBef>
                <a:spcPts val="0"/>
              </a:spcBef>
              <a:spcAft>
                <a:spcPts val="0"/>
              </a:spcAft>
              <a:buClr>
                <a:srgbClr val="FFFFFF"/>
              </a:buClr>
              <a:buSzPts val="4800"/>
              <a:buFont typeface="Gill Sans"/>
              <a:buNone/>
              <a:defRPr>
                <a:solidFill>
                  <a:srgbClr val="FFFFFF"/>
                </a:solidFill>
              </a:defRPr>
            </a:lvl2pPr>
            <a:lvl3pPr marL="0" marR="0" lvl="2" indent="0" algn="r">
              <a:lnSpc>
                <a:spcPct val="100000"/>
              </a:lnSpc>
              <a:spcBef>
                <a:spcPts val="0"/>
              </a:spcBef>
              <a:spcAft>
                <a:spcPts val="0"/>
              </a:spcAft>
              <a:buClr>
                <a:srgbClr val="FFFFFF"/>
              </a:buClr>
              <a:buSzPts val="4800"/>
              <a:buFont typeface="Gill Sans"/>
              <a:buNone/>
              <a:defRPr>
                <a:solidFill>
                  <a:srgbClr val="FFFFFF"/>
                </a:solidFill>
              </a:defRPr>
            </a:lvl3pPr>
            <a:lvl4pPr marL="0" marR="0" lvl="3" indent="0" algn="r">
              <a:lnSpc>
                <a:spcPct val="100000"/>
              </a:lnSpc>
              <a:spcBef>
                <a:spcPts val="0"/>
              </a:spcBef>
              <a:spcAft>
                <a:spcPts val="0"/>
              </a:spcAft>
              <a:buClr>
                <a:srgbClr val="FFFFFF"/>
              </a:buClr>
              <a:buSzPts val="4800"/>
              <a:buFont typeface="Gill Sans"/>
              <a:buNone/>
              <a:defRPr>
                <a:solidFill>
                  <a:srgbClr val="FFFFFF"/>
                </a:solidFill>
              </a:defRPr>
            </a:lvl4pPr>
            <a:lvl5pPr marL="0" marR="0" lvl="4" indent="0" algn="r">
              <a:lnSpc>
                <a:spcPct val="100000"/>
              </a:lnSpc>
              <a:spcBef>
                <a:spcPts val="0"/>
              </a:spcBef>
              <a:spcAft>
                <a:spcPts val="0"/>
              </a:spcAft>
              <a:buClr>
                <a:srgbClr val="FFFFFF"/>
              </a:buClr>
              <a:buSzPts val="4800"/>
              <a:buFont typeface="Gill Sans"/>
              <a:buNone/>
              <a:defRPr>
                <a:solidFill>
                  <a:srgbClr val="FFFFFF"/>
                </a:solidFill>
              </a:defRPr>
            </a:lvl5pPr>
            <a:lvl6pPr marL="0" marR="0" lvl="5" indent="0" algn="r">
              <a:lnSpc>
                <a:spcPct val="100000"/>
              </a:lnSpc>
              <a:spcBef>
                <a:spcPts val="0"/>
              </a:spcBef>
              <a:spcAft>
                <a:spcPts val="0"/>
              </a:spcAft>
              <a:buClr>
                <a:srgbClr val="FFFFFF"/>
              </a:buClr>
              <a:buSzPts val="4800"/>
              <a:buFont typeface="Gill Sans"/>
              <a:buNone/>
              <a:defRPr>
                <a:solidFill>
                  <a:srgbClr val="FFFFFF"/>
                </a:solidFill>
              </a:defRPr>
            </a:lvl6pPr>
            <a:lvl7pPr marL="0" marR="0" lvl="6" indent="0" algn="r">
              <a:lnSpc>
                <a:spcPct val="100000"/>
              </a:lnSpc>
              <a:spcBef>
                <a:spcPts val="0"/>
              </a:spcBef>
              <a:spcAft>
                <a:spcPts val="0"/>
              </a:spcAft>
              <a:buClr>
                <a:srgbClr val="FFFFFF"/>
              </a:buClr>
              <a:buSzPts val="4800"/>
              <a:buFont typeface="Gill Sans"/>
              <a:buNone/>
              <a:defRPr>
                <a:solidFill>
                  <a:srgbClr val="FFFFFF"/>
                </a:solidFill>
              </a:defRPr>
            </a:lvl7pPr>
            <a:lvl8pPr marL="0" marR="0" lvl="7" indent="0" algn="r">
              <a:lnSpc>
                <a:spcPct val="100000"/>
              </a:lnSpc>
              <a:spcBef>
                <a:spcPts val="0"/>
              </a:spcBef>
              <a:spcAft>
                <a:spcPts val="0"/>
              </a:spcAft>
              <a:buClr>
                <a:srgbClr val="FFFFFF"/>
              </a:buClr>
              <a:buSzPts val="4800"/>
              <a:buFont typeface="Gill Sans"/>
              <a:buNone/>
              <a:defRPr>
                <a:solidFill>
                  <a:srgbClr val="FFFFFF"/>
                </a:solidFill>
              </a:defRPr>
            </a:lvl8pPr>
            <a:lvl9pPr marL="0" marR="0" lvl="8" indent="0" algn="r">
              <a:lnSpc>
                <a:spcPct val="100000"/>
              </a:lnSpc>
              <a:spcBef>
                <a:spcPts val="0"/>
              </a:spcBef>
              <a:spcAft>
                <a:spcPts val="0"/>
              </a:spcAft>
              <a:buClr>
                <a:srgbClr val="FFFFFF"/>
              </a:buClr>
              <a:buSzPts val="4800"/>
              <a:buFont typeface="Gill Sans"/>
              <a:buNone/>
              <a:defRPr>
                <a:solidFill>
                  <a:srgbClr val="FFFFFF"/>
                </a:solidFill>
              </a:defRPr>
            </a:lvl9pPr>
          </a:lstStyle>
          <a:p>
            <a:pPr marL="0" lvl="0" indent="0" algn="r" rtl="0">
              <a:spcBef>
                <a:spcPts val="0"/>
              </a:spcBef>
              <a:spcAft>
                <a:spcPts val="0"/>
              </a:spcAft>
              <a:buNone/>
            </a:pPr>
            <a:fld id="{00000000-1234-1234-1234-123412341234}" type="slidenum">
              <a:rPr lang="en-US"/>
              <a:t>‹#›</a:t>
            </a:fld>
            <a:endParaRPr>
              <a:solidFill>
                <a:srgbClr val="438F84"/>
              </a:solidFil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upplemental - Palettes">
  <p:cSld name="Supplemental - Palettes">
    <p:spTree>
      <p:nvGrpSpPr>
        <p:cNvPr id="1" name="Shape 540"/>
        <p:cNvGrpSpPr/>
        <p:nvPr/>
      </p:nvGrpSpPr>
      <p:grpSpPr>
        <a:xfrm>
          <a:off x="0" y="0"/>
          <a:ext cx="0" cy="0"/>
          <a:chOff x="0" y="0"/>
          <a:chExt cx="0" cy="0"/>
        </a:xfrm>
      </p:grpSpPr>
      <p:sp>
        <p:nvSpPr>
          <p:cNvPr id="541" name="Google Shape;541;p86"/>
          <p:cNvSpPr txBox="1">
            <a:spLocks noGrp="1"/>
          </p:cNvSpPr>
          <p:nvPr>
            <p:ph type="body" idx="1"/>
          </p:nvPr>
        </p:nvSpPr>
        <p:spPr>
          <a:xfrm>
            <a:off x="8123175" y="1766753"/>
            <a:ext cx="963795" cy="963795"/>
          </a:xfrm>
          <a:prstGeom prst="rect">
            <a:avLst/>
          </a:prstGeom>
          <a:solidFill>
            <a:srgbClr val="3B7E75"/>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42" name="Google Shape;542;p86"/>
          <p:cNvSpPr txBox="1">
            <a:spLocks noGrp="1"/>
          </p:cNvSpPr>
          <p:nvPr>
            <p:ph type="body" idx="2"/>
          </p:nvPr>
        </p:nvSpPr>
        <p:spPr>
          <a:xfrm>
            <a:off x="8123175" y="5137671"/>
            <a:ext cx="963795" cy="963795"/>
          </a:xfrm>
          <a:prstGeom prst="rect">
            <a:avLst/>
          </a:prstGeom>
          <a:solidFill>
            <a:srgbClr val="A9EBDE"/>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43" name="Google Shape;543;p86"/>
          <p:cNvSpPr txBox="1">
            <a:spLocks noGrp="1"/>
          </p:cNvSpPr>
          <p:nvPr>
            <p:ph type="body" idx="3"/>
          </p:nvPr>
        </p:nvSpPr>
        <p:spPr>
          <a:xfrm>
            <a:off x="8123175" y="2890392"/>
            <a:ext cx="963795" cy="963795"/>
          </a:xfrm>
          <a:prstGeom prst="rect">
            <a:avLst/>
          </a:prstGeom>
          <a:solidFill>
            <a:srgbClr val="A9E0C7"/>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44" name="Google Shape;544;p86"/>
          <p:cNvSpPr txBox="1">
            <a:spLocks noGrp="1"/>
          </p:cNvSpPr>
          <p:nvPr>
            <p:ph type="body" idx="4"/>
          </p:nvPr>
        </p:nvSpPr>
        <p:spPr>
          <a:xfrm>
            <a:off x="8123175" y="6261310"/>
            <a:ext cx="963795" cy="963795"/>
          </a:xfrm>
          <a:prstGeom prst="rect">
            <a:avLst/>
          </a:prstGeom>
          <a:solidFill>
            <a:srgbClr val="6BD8C3"/>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45" name="Google Shape;545;p86"/>
          <p:cNvSpPr txBox="1">
            <a:spLocks noGrp="1"/>
          </p:cNvSpPr>
          <p:nvPr>
            <p:ph type="body" idx="5"/>
          </p:nvPr>
        </p:nvSpPr>
        <p:spPr>
          <a:xfrm>
            <a:off x="8123175" y="4014032"/>
            <a:ext cx="963795" cy="963795"/>
          </a:xfrm>
          <a:prstGeom prst="rect">
            <a:avLst/>
          </a:prstGeom>
          <a:solidFill>
            <a:srgbClr val="D0F4E4"/>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46" name="Google Shape;546;p86"/>
          <p:cNvSpPr txBox="1">
            <a:spLocks noGrp="1"/>
          </p:cNvSpPr>
          <p:nvPr>
            <p:ph type="body" idx="6"/>
          </p:nvPr>
        </p:nvSpPr>
        <p:spPr>
          <a:xfrm>
            <a:off x="8123175" y="7384950"/>
            <a:ext cx="963795" cy="963794"/>
          </a:xfrm>
          <a:prstGeom prst="rect">
            <a:avLst/>
          </a:prstGeom>
          <a:solidFill>
            <a:srgbClr val="45BBA4"/>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47" name="Google Shape;547;p86"/>
          <p:cNvSpPr txBox="1"/>
          <p:nvPr/>
        </p:nvSpPr>
        <p:spPr>
          <a:xfrm>
            <a:off x="8177612" y="1142153"/>
            <a:ext cx="854921" cy="440267"/>
          </a:xfrm>
          <a:prstGeom prst="rect">
            <a:avLst/>
          </a:prstGeom>
          <a:noFill/>
          <a:ln>
            <a:noFill/>
          </a:ln>
        </p:spPr>
        <p:txBody>
          <a:bodyPr spcFirstLastPara="1" wrap="square" lIns="27075" tIns="27075" rIns="27075" bIns="27075" anchor="ctr" anchorCtr="0">
            <a:spAutoFit/>
          </a:bodyPr>
          <a:lstStyle/>
          <a:p>
            <a:pPr marL="0" marR="0" lvl="0" indent="0" algn="ctr" rtl="0">
              <a:lnSpc>
                <a:spcPct val="90000"/>
              </a:lnSpc>
              <a:spcBef>
                <a:spcPts val="0"/>
              </a:spcBef>
              <a:spcAft>
                <a:spcPts val="0"/>
              </a:spcAft>
              <a:buClr>
                <a:srgbClr val="9D9D9E"/>
              </a:buClr>
              <a:buSzPts val="1400"/>
              <a:buFont typeface="Gill Sans"/>
              <a:buNone/>
            </a:pPr>
            <a:r>
              <a:rPr lang="en-US" sz="1400" b="0" i="0" u="none" strike="noStrike" cap="none">
                <a:solidFill>
                  <a:srgbClr val="9D9D9E"/>
                </a:solidFill>
                <a:latin typeface="Gill Sans"/>
                <a:ea typeface="Gill Sans"/>
                <a:cs typeface="Gill Sans"/>
                <a:sym typeface="Gill Sans"/>
              </a:rPr>
              <a:t>Chart 2: </a:t>
            </a:r>
            <a:br>
              <a:rPr lang="en-US" sz="1400" b="0" i="0" u="none" strike="noStrike" cap="none">
                <a:solidFill>
                  <a:srgbClr val="9D9D9E"/>
                </a:solidFill>
                <a:latin typeface="Gill Sans"/>
                <a:ea typeface="Gill Sans"/>
                <a:cs typeface="Gill Sans"/>
                <a:sym typeface="Gill Sans"/>
              </a:rPr>
            </a:br>
            <a:r>
              <a:rPr lang="en-US" sz="1400" b="0" i="0" u="none" strike="noStrike" cap="none">
                <a:solidFill>
                  <a:srgbClr val="252525"/>
                </a:solidFill>
                <a:latin typeface="Gill Sans"/>
                <a:ea typeface="Gill Sans"/>
                <a:cs typeface="Gill Sans"/>
                <a:sym typeface="Gill Sans"/>
              </a:rPr>
              <a:t>Mono Step</a:t>
            </a:r>
            <a:endParaRPr/>
          </a:p>
        </p:txBody>
      </p:sp>
      <p:sp>
        <p:nvSpPr>
          <p:cNvPr id="548" name="Google Shape;548;p86"/>
          <p:cNvSpPr txBox="1">
            <a:spLocks noGrp="1"/>
          </p:cNvSpPr>
          <p:nvPr>
            <p:ph type="body" idx="7"/>
          </p:nvPr>
        </p:nvSpPr>
        <p:spPr>
          <a:xfrm>
            <a:off x="6515484" y="1766753"/>
            <a:ext cx="963795" cy="963795"/>
          </a:xfrm>
          <a:prstGeom prst="rect">
            <a:avLst/>
          </a:prstGeom>
          <a:solidFill>
            <a:srgbClr val="3B7E75"/>
          </a:solidFill>
          <a:ln>
            <a:noFill/>
          </a:ln>
        </p:spPr>
        <p:txBody>
          <a:bodyPr spcFirstLastPara="1" wrap="square" lIns="0" tIns="0" rIns="0" bIns="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49" name="Google Shape;549;p86"/>
          <p:cNvSpPr txBox="1">
            <a:spLocks noGrp="1"/>
          </p:cNvSpPr>
          <p:nvPr>
            <p:ph type="body" idx="8"/>
          </p:nvPr>
        </p:nvSpPr>
        <p:spPr>
          <a:xfrm>
            <a:off x="6514872" y="5137671"/>
            <a:ext cx="963795" cy="963795"/>
          </a:xfrm>
          <a:prstGeom prst="rect">
            <a:avLst/>
          </a:prstGeom>
          <a:solidFill>
            <a:schemeClr val="accent4"/>
          </a:solidFill>
          <a:ln>
            <a:noFill/>
          </a:ln>
        </p:spPr>
        <p:txBody>
          <a:bodyPr spcFirstLastPara="1" wrap="square" lIns="0" tIns="0" rIns="0" bIns="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50" name="Google Shape;550;p86"/>
          <p:cNvSpPr txBox="1">
            <a:spLocks noGrp="1"/>
          </p:cNvSpPr>
          <p:nvPr>
            <p:ph type="body" idx="9"/>
          </p:nvPr>
        </p:nvSpPr>
        <p:spPr>
          <a:xfrm>
            <a:off x="6514872" y="2890392"/>
            <a:ext cx="963795" cy="963795"/>
          </a:xfrm>
          <a:prstGeom prst="rect">
            <a:avLst/>
          </a:prstGeom>
          <a:solidFill>
            <a:srgbClr val="9FDABF"/>
          </a:solidFill>
          <a:ln>
            <a:noFill/>
          </a:ln>
        </p:spPr>
        <p:txBody>
          <a:bodyPr spcFirstLastPara="1" wrap="square" lIns="0" tIns="0" rIns="0" bIns="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51" name="Google Shape;551;p86"/>
          <p:cNvSpPr txBox="1">
            <a:spLocks noGrp="1"/>
          </p:cNvSpPr>
          <p:nvPr>
            <p:ph type="body" idx="13"/>
          </p:nvPr>
        </p:nvSpPr>
        <p:spPr>
          <a:xfrm>
            <a:off x="6514872" y="6261310"/>
            <a:ext cx="963795" cy="963795"/>
          </a:xfrm>
          <a:prstGeom prst="rect">
            <a:avLst/>
          </a:prstGeom>
          <a:solidFill>
            <a:schemeClr val="accent5"/>
          </a:solidFill>
          <a:ln>
            <a:noFill/>
          </a:ln>
        </p:spPr>
        <p:txBody>
          <a:bodyPr spcFirstLastPara="1" wrap="square" lIns="0" tIns="0" rIns="0" bIns="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52" name="Google Shape;552;p86"/>
          <p:cNvSpPr txBox="1">
            <a:spLocks noGrp="1"/>
          </p:cNvSpPr>
          <p:nvPr>
            <p:ph type="body" idx="14"/>
          </p:nvPr>
        </p:nvSpPr>
        <p:spPr>
          <a:xfrm>
            <a:off x="6514872" y="4014032"/>
            <a:ext cx="963795" cy="963795"/>
          </a:xfrm>
          <a:prstGeom prst="rect">
            <a:avLst/>
          </a:prstGeom>
          <a:solidFill>
            <a:srgbClr val="C4ECB9"/>
          </a:solidFill>
          <a:ln>
            <a:noFill/>
          </a:ln>
        </p:spPr>
        <p:txBody>
          <a:bodyPr spcFirstLastPara="1" wrap="square" lIns="0" tIns="0" rIns="0" bIns="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53" name="Google Shape;553;p86"/>
          <p:cNvSpPr txBox="1">
            <a:spLocks noGrp="1"/>
          </p:cNvSpPr>
          <p:nvPr>
            <p:ph type="body" idx="15"/>
          </p:nvPr>
        </p:nvSpPr>
        <p:spPr>
          <a:xfrm>
            <a:off x="6514872" y="7384950"/>
            <a:ext cx="963795" cy="963794"/>
          </a:xfrm>
          <a:prstGeom prst="rect">
            <a:avLst/>
          </a:prstGeom>
          <a:solidFill>
            <a:schemeClr val="accent6"/>
          </a:solidFill>
          <a:ln>
            <a:noFill/>
          </a:ln>
        </p:spPr>
        <p:txBody>
          <a:bodyPr spcFirstLastPara="1" wrap="square" lIns="0" tIns="0" rIns="0" bIns="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54" name="Google Shape;554;p86"/>
          <p:cNvSpPr txBox="1"/>
          <p:nvPr/>
        </p:nvSpPr>
        <p:spPr>
          <a:xfrm>
            <a:off x="6485970" y="1142153"/>
            <a:ext cx="1022823" cy="440267"/>
          </a:xfrm>
          <a:prstGeom prst="rect">
            <a:avLst/>
          </a:prstGeom>
          <a:noFill/>
          <a:ln>
            <a:noFill/>
          </a:ln>
        </p:spPr>
        <p:txBody>
          <a:bodyPr spcFirstLastPara="1" wrap="square" lIns="27075" tIns="27075" rIns="27075" bIns="27075" anchor="ctr" anchorCtr="0">
            <a:spAutoFit/>
          </a:bodyPr>
          <a:lstStyle/>
          <a:p>
            <a:pPr marL="0" marR="0" lvl="0" indent="0" algn="ctr" rtl="0">
              <a:lnSpc>
                <a:spcPct val="90000"/>
              </a:lnSpc>
              <a:spcBef>
                <a:spcPts val="0"/>
              </a:spcBef>
              <a:spcAft>
                <a:spcPts val="0"/>
              </a:spcAft>
              <a:buClr>
                <a:srgbClr val="9D9D9E"/>
              </a:buClr>
              <a:buSzPts val="1400"/>
              <a:buFont typeface="Gill Sans"/>
              <a:buNone/>
            </a:pPr>
            <a:r>
              <a:rPr lang="en-US" sz="1400" b="0" i="0" u="none" strike="noStrike" cap="none">
                <a:solidFill>
                  <a:srgbClr val="9D9D9E"/>
                </a:solidFill>
                <a:latin typeface="Gill Sans"/>
                <a:ea typeface="Gill Sans"/>
                <a:cs typeface="Gill Sans"/>
                <a:sym typeface="Gill Sans"/>
              </a:rPr>
              <a:t>Chart 1: </a:t>
            </a:r>
            <a:br>
              <a:rPr lang="en-US" sz="1400" b="0" i="0" u="none" strike="noStrike" cap="none">
                <a:solidFill>
                  <a:srgbClr val="9D9D9E"/>
                </a:solidFill>
                <a:latin typeface="Gill Sans"/>
                <a:ea typeface="Gill Sans"/>
                <a:cs typeface="Gill Sans"/>
                <a:sym typeface="Gill Sans"/>
              </a:rPr>
            </a:br>
            <a:r>
              <a:rPr lang="en-US" sz="1400" b="0" i="0" u="none" strike="noStrike" cap="none">
                <a:solidFill>
                  <a:srgbClr val="252525"/>
                </a:solidFill>
                <a:latin typeface="Gill Sans"/>
                <a:ea typeface="Gill Sans"/>
                <a:cs typeface="Gill Sans"/>
                <a:sym typeface="Gill Sans"/>
              </a:rPr>
              <a:t>Chroma Step</a:t>
            </a:r>
            <a:endParaRPr/>
          </a:p>
        </p:txBody>
      </p:sp>
      <p:sp>
        <p:nvSpPr>
          <p:cNvPr id="555" name="Google Shape;555;p86"/>
          <p:cNvSpPr txBox="1">
            <a:spLocks noGrp="1"/>
          </p:cNvSpPr>
          <p:nvPr>
            <p:ph type="body" idx="16"/>
          </p:nvPr>
        </p:nvSpPr>
        <p:spPr>
          <a:xfrm>
            <a:off x="9727557" y="1766753"/>
            <a:ext cx="963795" cy="963795"/>
          </a:xfrm>
          <a:prstGeom prst="rect">
            <a:avLst/>
          </a:prstGeom>
          <a:solidFill>
            <a:srgbClr val="484848"/>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56" name="Google Shape;556;p86"/>
          <p:cNvSpPr txBox="1">
            <a:spLocks noGrp="1"/>
          </p:cNvSpPr>
          <p:nvPr>
            <p:ph type="body" idx="17"/>
          </p:nvPr>
        </p:nvSpPr>
        <p:spPr>
          <a:xfrm>
            <a:off x="9727557" y="5137671"/>
            <a:ext cx="963795" cy="963795"/>
          </a:xfrm>
          <a:prstGeom prst="rect">
            <a:avLst/>
          </a:prstGeom>
          <a:solidFill>
            <a:srgbClr val="9D9D9E"/>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57" name="Google Shape;557;p86"/>
          <p:cNvSpPr txBox="1">
            <a:spLocks noGrp="1"/>
          </p:cNvSpPr>
          <p:nvPr>
            <p:ph type="body" idx="18"/>
          </p:nvPr>
        </p:nvSpPr>
        <p:spPr>
          <a:xfrm>
            <a:off x="9727557" y="2890392"/>
            <a:ext cx="963795" cy="963795"/>
          </a:xfrm>
          <a:prstGeom prst="rect">
            <a:avLst/>
          </a:prstGeom>
          <a:solidFill>
            <a:srgbClr val="656565"/>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58" name="Google Shape;558;p86"/>
          <p:cNvSpPr txBox="1">
            <a:spLocks noGrp="1"/>
          </p:cNvSpPr>
          <p:nvPr>
            <p:ph type="body" idx="19"/>
          </p:nvPr>
        </p:nvSpPr>
        <p:spPr>
          <a:xfrm>
            <a:off x="9727557" y="6261310"/>
            <a:ext cx="963795" cy="963795"/>
          </a:xfrm>
          <a:prstGeom prst="rect">
            <a:avLst/>
          </a:prstGeom>
          <a:solidFill>
            <a:srgbClr val="BABABA"/>
          </a:solidFill>
          <a:ln>
            <a:noFill/>
          </a:ln>
        </p:spPr>
        <p:txBody>
          <a:bodyPr spcFirstLastPara="1" wrap="square" lIns="0" tIns="0" rIns="0" bIns="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59" name="Google Shape;559;p86"/>
          <p:cNvSpPr txBox="1">
            <a:spLocks noGrp="1"/>
          </p:cNvSpPr>
          <p:nvPr>
            <p:ph type="body" idx="20"/>
          </p:nvPr>
        </p:nvSpPr>
        <p:spPr>
          <a:xfrm>
            <a:off x="9727557" y="4014032"/>
            <a:ext cx="963795" cy="963795"/>
          </a:xfrm>
          <a:prstGeom prst="rect">
            <a:avLst/>
          </a:prstGeom>
          <a:solidFill>
            <a:srgbClr val="828282"/>
          </a:solidFill>
          <a:ln>
            <a:noFill/>
          </a:ln>
        </p:spPr>
        <p:txBody>
          <a:bodyPr spcFirstLastPara="1" wrap="square" lIns="19250" tIns="19250" rIns="19250" bIns="1925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60" name="Google Shape;560;p86"/>
          <p:cNvSpPr txBox="1">
            <a:spLocks noGrp="1"/>
          </p:cNvSpPr>
          <p:nvPr>
            <p:ph type="body" idx="21"/>
          </p:nvPr>
        </p:nvSpPr>
        <p:spPr>
          <a:xfrm>
            <a:off x="9727557" y="7384950"/>
            <a:ext cx="963795" cy="963794"/>
          </a:xfrm>
          <a:prstGeom prst="rect">
            <a:avLst/>
          </a:prstGeom>
          <a:solidFill>
            <a:srgbClr val="D8D8D8"/>
          </a:solidFill>
          <a:ln>
            <a:noFill/>
          </a:ln>
        </p:spPr>
        <p:txBody>
          <a:bodyPr spcFirstLastPara="1" wrap="square" lIns="0" tIns="0" rIns="0" bIns="0" anchor="ctr" anchorCtr="0">
            <a:no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61" name="Google Shape;561;p86"/>
          <p:cNvSpPr txBox="1"/>
          <p:nvPr/>
        </p:nvSpPr>
        <p:spPr>
          <a:xfrm>
            <a:off x="9859652" y="1142153"/>
            <a:ext cx="699606" cy="440268"/>
          </a:xfrm>
          <a:prstGeom prst="rect">
            <a:avLst/>
          </a:prstGeom>
          <a:noFill/>
          <a:ln>
            <a:noFill/>
          </a:ln>
        </p:spPr>
        <p:txBody>
          <a:bodyPr spcFirstLastPara="1" wrap="square" lIns="27075" tIns="27075" rIns="27075" bIns="27075" anchor="ctr" anchorCtr="0">
            <a:spAutoFit/>
          </a:bodyPr>
          <a:lstStyle/>
          <a:p>
            <a:pPr marL="0" marR="0" lvl="0" indent="0" algn="ctr" rtl="0">
              <a:lnSpc>
                <a:spcPct val="90000"/>
              </a:lnSpc>
              <a:spcBef>
                <a:spcPts val="0"/>
              </a:spcBef>
              <a:spcAft>
                <a:spcPts val="0"/>
              </a:spcAft>
              <a:buClr>
                <a:srgbClr val="9D9D9E"/>
              </a:buClr>
              <a:buSzPts val="1400"/>
              <a:buFont typeface="Gill Sans"/>
              <a:buNone/>
            </a:pPr>
            <a:r>
              <a:rPr lang="en-US" sz="1400" b="0" i="0" u="none" strike="noStrike" cap="none">
                <a:solidFill>
                  <a:srgbClr val="9D9D9E"/>
                </a:solidFill>
                <a:latin typeface="Gill Sans"/>
                <a:ea typeface="Gill Sans"/>
                <a:cs typeface="Gill Sans"/>
                <a:sym typeface="Gill Sans"/>
              </a:rPr>
              <a:t>Chart 3: </a:t>
            </a:r>
            <a:br>
              <a:rPr lang="en-US" sz="1400" b="0" i="0" u="none" strike="noStrike" cap="none">
                <a:solidFill>
                  <a:srgbClr val="9D9D9E"/>
                </a:solidFill>
                <a:latin typeface="Gill Sans"/>
                <a:ea typeface="Gill Sans"/>
                <a:cs typeface="Gill Sans"/>
                <a:sym typeface="Gill Sans"/>
              </a:rPr>
            </a:br>
            <a:r>
              <a:rPr lang="en-US" sz="1400" b="0" i="0" u="none" strike="noStrike" cap="none">
                <a:solidFill>
                  <a:srgbClr val="252525"/>
                </a:solidFill>
                <a:latin typeface="Gill Sans"/>
                <a:ea typeface="Gill Sans"/>
                <a:cs typeface="Gill Sans"/>
                <a:sym typeface="Gill Sans"/>
              </a:rPr>
              <a:t>Neutral</a:t>
            </a:r>
            <a:endParaRPr/>
          </a:p>
        </p:txBody>
      </p:sp>
      <p:sp>
        <p:nvSpPr>
          <p:cNvPr id="562" name="Google Shape;562;p86"/>
          <p:cNvSpPr/>
          <p:nvPr/>
        </p:nvSpPr>
        <p:spPr>
          <a:xfrm>
            <a:off x="6838942" y="8521894"/>
            <a:ext cx="74631" cy="74631"/>
          </a:xfrm>
          <a:prstGeom prst="ellipse">
            <a:avLst/>
          </a:prstGeom>
          <a:solidFill>
            <a:srgbClr val="9D9D9E"/>
          </a:solidFill>
          <a:ln>
            <a:noFill/>
          </a:ln>
        </p:spPr>
        <p:txBody>
          <a:bodyPr spcFirstLastPara="1" wrap="square" lIns="14425" tIns="14425" rIns="14425" bIns="14425" anchor="ctr" anchorCtr="0">
            <a:noAutofit/>
          </a:bodyPr>
          <a:lstStyle/>
          <a:p>
            <a:pPr marL="0" marR="0" lvl="0" indent="0" algn="ctr" rtl="0">
              <a:lnSpc>
                <a:spcPct val="100000"/>
              </a:lnSpc>
              <a:spcBef>
                <a:spcPts val="0"/>
              </a:spcBef>
              <a:spcAft>
                <a:spcPts val="0"/>
              </a:spcAft>
              <a:buClr>
                <a:srgbClr val="FFFFFF"/>
              </a:buClr>
              <a:buSzPts val="1400"/>
              <a:buFont typeface="Gill Sans"/>
              <a:buNone/>
            </a:pPr>
            <a:endParaRPr sz="1400" b="0" i="0" u="none" strike="noStrike" cap="none">
              <a:solidFill>
                <a:srgbClr val="FFFFFF"/>
              </a:solidFill>
              <a:latin typeface="Gill Sans"/>
              <a:ea typeface="Gill Sans"/>
              <a:cs typeface="Gill Sans"/>
              <a:sym typeface="Gill Sans"/>
            </a:endParaRPr>
          </a:p>
        </p:txBody>
      </p:sp>
      <p:sp>
        <p:nvSpPr>
          <p:cNvPr id="563" name="Google Shape;563;p86"/>
          <p:cNvSpPr/>
          <p:nvPr/>
        </p:nvSpPr>
        <p:spPr>
          <a:xfrm>
            <a:off x="6959760" y="8521894"/>
            <a:ext cx="74631" cy="74631"/>
          </a:xfrm>
          <a:prstGeom prst="ellipse">
            <a:avLst/>
          </a:prstGeom>
          <a:noFill/>
          <a:ln w="9525" cap="flat" cmpd="sng">
            <a:solidFill>
              <a:srgbClr val="BABABA"/>
            </a:solidFill>
            <a:prstDash val="solid"/>
            <a:miter lim="400000"/>
            <a:headEnd type="none" w="sm" len="sm"/>
            <a:tailEnd type="none" w="sm" len="sm"/>
          </a:ln>
        </p:spPr>
        <p:txBody>
          <a:bodyPr spcFirstLastPara="1" wrap="square" lIns="14425" tIns="14425" rIns="14425" bIns="14425" anchor="ctr" anchorCtr="0">
            <a:noAutofit/>
          </a:bodyPr>
          <a:lstStyle/>
          <a:p>
            <a:pPr marL="0" marR="0" lvl="0" indent="0" algn="ctr" rtl="0">
              <a:lnSpc>
                <a:spcPct val="100000"/>
              </a:lnSpc>
              <a:spcBef>
                <a:spcPts val="0"/>
              </a:spcBef>
              <a:spcAft>
                <a:spcPts val="0"/>
              </a:spcAft>
              <a:buClr>
                <a:srgbClr val="FFFFFF"/>
              </a:buClr>
              <a:buSzPts val="1400"/>
              <a:buFont typeface="Gill Sans"/>
              <a:buNone/>
            </a:pPr>
            <a:endParaRPr sz="1400" b="0" i="0" u="none" strike="noStrike" cap="none">
              <a:solidFill>
                <a:srgbClr val="FFFFFF"/>
              </a:solidFill>
              <a:latin typeface="Gill Sans"/>
              <a:ea typeface="Gill Sans"/>
              <a:cs typeface="Gill Sans"/>
              <a:sym typeface="Gill Sans"/>
            </a:endParaRPr>
          </a:p>
        </p:txBody>
      </p:sp>
      <p:sp>
        <p:nvSpPr>
          <p:cNvPr id="564" name="Google Shape;564;p86"/>
          <p:cNvSpPr/>
          <p:nvPr/>
        </p:nvSpPr>
        <p:spPr>
          <a:xfrm>
            <a:off x="7087809" y="8521894"/>
            <a:ext cx="74631" cy="74631"/>
          </a:xfrm>
          <a:prstGeom prst="ellipse">
            <a:avLst/>
          </a:prstGeom>
          <a:noFill/>
          <a:ln w="9525" cap="flat" cmpd="sng">
            <a:solidFill>
              <a:srgbClr val="BABABA"/>
            </a:solidFill>
            <a:prstDash val="solid"/>
            <a:miter lim="400000"/>
            <a:headEnd type="none" w="sm" len="sm"/>
            <a:tailEnd type="none" w="sm" len="sm"/>
          </a:ln>
        </p:spPr>
        <p:txBody>
          <a:bodyPr spcFirstLastPara="1" wrap="square" lIns="14425" tIns="14425" rIns="14425" bIns="14425" anchor="ctr" anchorCtr="0">
            <a:noAutofit/>
          </a:bodyPr>
          <a:lstStyle/>
          <a:p>
            <a:pPr marL="0" marR="0" lvl="0" indent="0" algn="ctr" rtl="0">
              <a:lnSpc>
                <a:spcPct val="100000"/>
              </a:lnSpc>
              <a:spcBef>
                <a:spcPts val="0"/>
              </a:spcBef>
              <a:spcAft>
                <a:spcPts val="0"/>
              </a:spcAft>
              <a:buClr>
                <a:srgbClr val="FFFFFF"/>
              </a:buClr>
              <a:buSzPts val="1400"/>
              <a:buFont typeface="Gill Sans"/>
              <a:buNone/>
            </a:pPr>
            <a:endParaRPr sz="1400" b="0" i="0" u="none" strike="noStrike" cap="none">
              <a:solidFill>
                <a:srgbClr val="FFFFFF"/>
              </a:solidFill>
              <a:latin typeface="Gill Sans"/>
              <a:ea typeface="Gill Sans"/>
              <a:cs typeface="Gill Sans"/>
              <a:sym typeface="Gill Sans"/>
            </a:endParaRPr>
          </a:p>
        </p:txBody>
      </p:sp>
      <p:sp>
        <p:nvSpPr>
          <p:cNvPr id="565" name="Google Shape;565;p86"/>
          <p:cNvSpPr/>
          <p:nvPr/>
        </p:nvSpPr>
        <p:spPr>
          <a:xfrm>
            <a:off x="8442047" y="8521894"/>
            <a:ext cx="74631" cy="74631"/>
          </a:xfrm>
          <a:prstGeom prst="ellipse">
            <a:avLst/>
          </a:prstGeom>
          <a:noFill/>
          <a:ln w="9525" cap="flat" cmpd="sng">
            <a:solidFill>
              <a:srgbClr val="BABABA"/>
            </a:solidFill>
            <a:prstDash val="solid"/>
            <a:miter lim="400000"/>
            <a:headEnd type="none" w="sm" len="sm"/>
            <a:tailEnd type="none" w="sm" len="sm"/>
          </a:ln>
        </p:spPr>
        <p:txBody>
          <a:bodyPr spcFirstLastPara="1" wrap="square" lIns="14425" tIns="14425" rIns="14425" bIns="14425" anchor="ctr" anchorCtr="0">
            <a:noAutofit/>
          </a:bodyPr>
          <a:lstStyle/>
          <a:p>
            <a:pPr marL="0" marR="0" lvl="0" indent="0" algn="ctr" rtl="0">
              <a:lnSpc>
                <a:spcPct val="100000"/>
              </a:lnSpc>
              <a:spcBef>
                <a:spcPts val="0"/>
              </a:spcBef>
              <a:spcAft>
                <a:spcPts val="0"/>
              </a:spcAft>
              <a:buClr>
                <a:srgbClr val="FFFFFF"/>
              </a:buClr>
              <a:buSzPts val="1400"/>
              <a:buFont typeface="Gill Sans"/>
              <a:buNone/>
            </a:pPr>
            <a:endParaRPr sz="1400" b="0" i="0" u="none" strike="noStrike" cap="none">
              <a:solidFill>
                <a:srgbClr val="FFFFFF"/>
              </a:solidFill>
              <a:latin typeface="Gill Sans"/>
              <a:ea typeface="Gill Sans"/>
              <a:cs typeface="Gill Sans"/>
              <a:sym typeface="Gill Sans"/>
            </a:endParaRPr>
          </a:p>
        </p:txBody>
      </p:sp>
      <p:sp>
        <p:nvSpPr>
          <p:cNvPr id="566" name="Google Shape;566;p86"/>
          <p:cNvSpPr/>
          <p:nvPr/>
        </p:nvSpPr>
        <p:spPr>
          <a:xfrm>
            <a:off x="8562866" y="8521894"/>
            <a:ext cx="74631" cy="74631"/>
          </a:xfrm>
          <a:prstGeom prst="ellipse">
            <a:avLst/>
          </a:prstGeom>
          <a:solidFill>
            <a:srgbClr val="9D9D9E"/>
          </a:solidFill>
          <a:ln>
            <a:noFill/>
          </a:ln>
        </p:spPr>
        <p:txBody>
          <a:bodyPr spcFirstLastPara="1" wrap="square" lIns="14425" tIns="14425" rIns="14425" bIns="14425" anchor="ctr" anchorCtr="0">
            <a:noAutofit/>
          </a:bodyPr>
          <a:lstStyle/>
          <a:p>
            <a:pPr marL="0" marR="0" lvl="0" indent="0" algn="ctr" rtl="0">
              <a:lnSpc>
                <a:spcPct val="100000"/>
              </a:lnSpc>
              <a:spcBef>
                <a:spcPts val="0"/>
              </a:spcBef>
              <a:spcAft>
                <a:spcPts val="0"/>
              </a:spcAft>
              <a:buClr>
                <a:srgbClr val="FFFFFF"/>
              </a:buClr>
              <a:buSzPts val="1400"/>
              <a:buFont typeface="Gill Sans"/>
              <a:buNone/>
            </a:pPr>
            <a:endParaRPr sz="1400" b="0" i="0" u="none" strike="noStrike" cap="none">
              <a:solidFill>
                <a:srgbClr val="FFFFFF"/>
              </a:solidFill>
              <a:latin typeface="Gill Sans"/>
              <a:ea typeface="Gill Sans"/>
              <a:cs typeface="Gill Sans"/>
              <a:sym typeface="Gill Sans"/>
            </a:endParaRPr>
          </a:p>
        </p:txBody>
      </p:sp>
      <p:sp>
        <p:nvSpPr>
          <p:cNvPr id="567" name="Google Shape;567;p86"/>
          <p:cNvSpPr/>
          <p:nvPr/>
        </p:nvSpPr>
        <p:spPr>
          <a:xfrm>
            <a:off x="8690914" y="8521894"/>
            <a:ext cx="74631" cy="74631"/>
          </a:xfrm>
          <a:prstGeom prst="ellipse">
            <a:avLst/>
          </a:prstGeom>
          <a:noFill/>
          <a:ln w="9525" cap="flat" cmpd="sng">
            <a:solidFill>
              <a:srgbClr val="BABABA"/>
            </a:solidFill>
            <a:prstDash val="solid"/>
            <a:miter lim="400000"/>
            <a:headEnd type="none" w="sm" len="sm"/>
            <a:tailEnd type="none" w="sm" len="sm"/>
          </a:ln>
        </p:spPr>
        <p:txBody>
          <a:bodyPr spcFirstLastPara="1" wrap="square" lIns="14425" tIns="14425" rIns="14425" bIns="14425" anchor="ctr" anchorCtr="0">
            <a:noAutofit/>
          </a:bodyPr>
          <a:lstStyle/>
          <a:p>
            <a:pPr marL="0" marR="0" lvl="0" indent="0" algn="ctr" rtl="0">
              <a:lnSpc>
                <a:spcPct val="100000"/>
              </a:lnSpc>
              <a:spcBef>
                <a:spcPts val="0"/>
              </a:spcBef>
              <a:spcAft>
                <a:spcPts val="0"/>
              </a:spcAft>
              <a:buClr>
                <a:srgbClr val="FFFFFF"/>
              </a:buClr>
              <a:buSzPts val="1400"/>
              <a:buFont typeface="Gill Sans"/>
              <a:buNone/>
            </a:pPr>
            <a:endParaRPr sz="1400" b="0" i="0" u="none" strike="noStrike" cap="none">
              <a:solidFill>
                <a:srgbClr val="FFFFFF"/>
              </a:solidFill>
              <a:latin typeface="Gill Sans"/>
              <a:ea typeface="Gill Sans"/>
              <a:cs typeface="Gill Sans"/>
              <a:sym typeface="Gill Sans"/>
            </a:endParaRPr>
          </a:p>
        </p:txBody>
      </p:sp>
      <p:sp>
        <p:nvSpPr>
          <p:cNvPr id="568" name="Google Shape;568;p86"/>
          <p:cNvSpPr/>
          <p:nvPr/>
        </p:nvSpPr>
        <p:spPr>
          <a:xfrm>
            <a:off x="10047706" y="8521894"/>
            <a:ext cx="74630" cy="74631"/>
          </a:xfrm>
          <a:prstGeom prst="ellipse">
            <a:avLst/>
          </a:prstGeom>
          <a:noFill/>
          <a:ln w="9525" cap="flat" cmpd="sng">
            <a:solidFill>
              <a:srgbClr val="BABABA"/>
            </a:solidFill>
            <a:prstDash val="solid"/>
            <a:miter lim="400000"/>
            <a:headEnd type="none" w="sm" len="sm"/>
            <a:tailEnd type="none" w="sm" len="sm"/>
          </a:ln>
        </p:spPr>
        <p:txBody>
          <a:bodyPr spcFirstLastPara="1" wrap="square" lIns="14425" tIns="14425" rIns="14425" bIns="14425" anchor="ctr" anchorCtr="0">
            <a:noAutofit/>
          </a:bodyPr>
          <a:lstStyle/>
          <a:p>
            <a:pPr marL="0" marR="0" lvl="0" indent="0" algn="ctr" rtl="0">
              <a:lnSpc>
                <a:spcPct val="100000"/>
              </a:lnSpc>
              <a:spcBef>
                <a:spcPts val="0"/>
              </a:spcBef>
              <a:spcAft>
                <a:spcPts val="0"/>
              </a:spcAft>
              <a:buClr>
                <a:srgbClr val="FFFFFF"/>
              </a:buClr>
              <a:buSzPts val="1400"/>
              <a:buFont typeface="Gill Sans"/>
              <a:buNone/>
            </a:pPr>
            <a:endParaRPr sz="1400" b="0" i="0" u="none" strike="noStrike" cap="none">
              <a:solidFill>
                <a:srgbClr val="FFFFFF"/>
              </a:solidFill>
              <a:latin typeface="Gill Sans"/>
              <a:ea typeface="Gill Sans"/>
              <a:cs typeface="Gill Sans"/>
              <a:sym typeface="Gill Sans"/>
            </a:endParaRPr>
          </a:p>
        </p:txBody>
      </p:sp>
      <p:sp>
        <p:nvSpPr>
          <p:cNvPr id="569" name="Google Shape;569;p86"/>
          <p:cNvSpPr/>
          <p:nvPr/>
        </p:nvSpPr>
        <p:spPr>
          <a:xfrm>
            <a:off x="10168524" y="8521894"/>
            <a:ext cx="74631" cy="74631"/>
          </a:xfrm>
          <a:prstGeom prst="ellipse">
            <a:avLst/>
          </a:prstGeom>
          <a:noFill/>
          <a:ln w="9525" cap="flat" cmpd="sng">
            <a:solidFill>
              <a:srgbClr val="BABABA"/>
            </a:solidFill>
            <a:prstDash val="solid"/>
            <a:miter lim="400000"/>
            <a:headEnd type="none" w="sm" len="sm"/>
            <a:tailEnd type="none" w="sm" len="sm"/>
          </a:ln>
        </p:spPr>
        <p:txBody>
          <a:bodyPr spcFirstLastPara="1" wrap="square" lIns="14425" tIns="14425" rIns="14425" bIns="14425" anchor="ctr" anchorCtr="0">
            <a:noAutofit/>
          </a:bodyPr>
          <a:lstStyle/>
          <a:p>
            <a:pPr marL="0" marR="0" lvl="0" indent="0" algn="ctr" rtl="0">
              <a:lnSpc>
                <a:spcPct val="100000"/>
              </a:lnSpc>
              <a:spcBef>
                <a:spcPts val="0"/>
              </a:spcBef>
              <a:spcAft>
                <a:spcPts val="0"/>
              </a:spcAft>
              <a:buClr>
                <a:srgbClr val="FFFFFF"/>
              </a:buClr>
              <a:buSzPts val="1400"/>
              <a:buFont typeface="Gill Sans"/>
              <a:buNone/>
            </a:pPr>
            <a:endParaRPr sz="1400" b="0" i="0" u="none" strike="noStrike" cap="none">
              <a:solidFill>
                <a:srgbClr val="FFFFFF"/>
              </a:solidFill>
              <a:latin typeface="Gill Sans"/>
              <a:ea typeface="Gill Sans"/>
              <a:cs typeface="Gill Sans"/>
              <a:sym typeface="Gill Sans"/>
            </a:endParaRPr>
          </a:p>
        </p:txBody>
      </p:sp>
      <p:sp>
        <p:nvSpPr>
          <p:cNvPr id="570" name="Google Shape;570;p86"/>
          <p:cNvSpPr/>
          <p:nvPr/>
        </p:nvSpPr>
        <p:spPr>
          <a:xfrm>
            <a:off x="10296573" y="8521894"/>
            <a:ext cx="74630" cy="74631"/>
          </a:xfrm>
          <a:prstGeom prst="ellipse">
            <a:avLst/>
          </a:prstGeom>
          <a:solidFill>
            <a:srgbClr val="9D9D9E"/>
          </a:solidFill>
          <a:ln>
            <a:noFill/>
          </a:ln>
        </p:spPr>
        <p:txBody>
          <a:bodyPr spcFirstLastPara="1" wrap="square" lIns="14425" tIns="14425" rIns="14425" bIns="14425" anchor="ctr" anchorCtr="0">
            <a:noAutofit/>
          </a:bodyPr>
          <a:lstStyle/>
          <a:p>
            <a:pPr marL="0" marR="0" lvl="0" indent="0" algn="ctr" rtl="0">
              <a:lnSpc>
                <a:spcPct val="100000"/>
              </a:lnSpc>
              <a:spcBef>
                <a:spcPts val="0"/>
              </a:spcBef>
              <a:spcAft>
                <a:spcPts val="0"/>
              </a:spcAft>
              <a:buClr>
                <a:srgbClr val="FFFFFF"/>
              </a:buClr>
              <a:buSzPts val="1400"/>
              <a:buFont typeface="Gill Sans"/>
              <a:buNone/>
            </a:pPr>
            <a:endParaRPr sz="1400" b="0" i="0" u="none" strike="noStrike" cap="none">
              <a:solidFill>
                <a:srgbClr val="FFFFFF"/>
              </a:solidFill>
              <a:latin typeface="Gill Sans"/>
              <a:ea typeface="Gill Sans"/>
              <a:cs typeface="Gill Sans"/>
              <a:sym typeface="Gill Sans"/>
            </a:endParaRPr>
          </a:p>
        </p:txBody>
      </p:sp>
      <p:sp>
        <p:nvSpPr>
          <p:cNvPr id="571" name="Google Shape;571;p86"/>
          <p:cNvSpPr txBox="1"/>
          <p:nvPr/>
        </p:nvSpPr>
        <p:spPr>
          <a:xfrm>
            <a:off x="1034691" y="1012428"/>
            <a:ext cx="3976516" cy="1571030"/>
          </a:xfrm>
          <a:prstGeom prst="rect">
            <a:avLst/>
          </a:prstGeom>
          <a:noFill/>
          <a:ln>
            <a:noFill/>
          </a:ln>
        </p:spPr>
        <p:txBody>
          <a:bodyPr spcFirstLastPara="1" wrap="square" lIns="27075" tIns="27075" rIns="27075" bIns="27075" anchor="t" anchorCtr="0">
            <a:normAutofit/>
          </a:bodyPr>
          <a:lstStyle/>
          <a:p>
            <a:pPr marL="0" marR="0" lvl="0" indent="0" algn="l" rtl="0">
              <a:lnSpc>
                <a:spcPct val="100000"/>
              </a:lnSpc>
              <a:spcBef>
                <a:spcPts val="0"/>
              </a:spcBef>
              <a:spcAft>
                <a:spcPts val="0"/>
              </a:spcAft>
              <a:buClr>
                <a:srgbClr val="FFFFFF"/>
              </a:buClr>
              <a:buSzPts val="4200"/>
              <a:buFont typeface="Gill Sans"/>
              <a:buNone/>
            </a:pPr>
            <a:r>
              <a:rPr lang="en-US" sz="4200" b="0" i="0" u="none" strike="noStrike" cap="none">
                <a:solidFill>
                  <a:srgbClr val="FFFFFF"/>
                </a:solidFill>
                <a:latin typeface="Gill Sans"/>
                <a:ea typeface="Gill Sans"/>
                <a:cs typeface="Gill Sans"/>
                <a:sym typeface="Gill Sans"/>
              </a:rPr>
              <a:t>Palettes</a:t>
            </a:r>
            <a:endParaRPr/>
          </a:p>
        </p:txBody>
      </p:sp>
      <p:sp>
        <p:nvSpPr>
          <p:cNvPr id="572" name="Google Shape;572;p86"/>
          <p:cNvSpPr txBox="1"/>
          <p:nvPr/>
        </p:nvSpPr>
        <p:spPr>
          <a:xfrm>
            <a:off x="1034691" y="2583457"/>
            <a:ext cx="3976516" cy="6157715"/>
          </a:xfrm>
          <a:prstGeom prst="rect">
            <a:avLst/>
          </a:prstGeom>
          <a:noFill/>
          <a:ln>
            <a:noFill/>
          </a:ln>
        </p:spPr>
        <p:txBody>
          <a:bodyPr spcFirstLastPara="1" wrap="square" lIns="27075" tIns="27075" rIns="27075" bIns="27075" anchor="b" anchorCtr="0">
            <a:normAutofit lnSpcReduction="10000"/>
          </a:bodyPr>
          <a:lstStyle/>
          <a:p>
            <a:pPr marL="0" marR="0" lvl="0" indent="0" algn="l" rtl="0">
              <a:lnSpc>
                <a:spcPct val="100000"/>
              </a:lnSpc>
              <a:spcBef>
                <a:spcPts val="0"/>
              </a:spcBef>
              <a:spcAft>
                <a:spcPts val="0"/>
              </a:spcAft>
              <a:buClr>
                <a:srgbClr val="FFFFFF"/>
              </a:buClr>
              <a:buSzPts val="2000"/>
              <a:buFont typeface="Gill Sans"/>
              <a:buNone/>
            </a:pPr>
            <a:r>
              <a:rPr lang="en-US" sz="2000" b="0" i="0" u="none" strike="noStrike" cap="none">
                <a:solidFill>
                  <a:srgbClr val="FFFFFF"/>
                </a:solidFill>
                <a:latin typeface="Gill Sans"/>
                <a:ea typeface="Gill Sans"/>
                <a:cs typeface="Gill Sans"/>
                <a:sym typeface="Gill Sans"/>
              </a:rPr>
              <a:t>The primary Palette is assigned to the Shape Styles palette in Keynote 10:  add or select a shape, and click the Format button &gt; Style tab to reveal the pre-defined shape styles.  Use the scroll arrows to navigate between the default and Reserved shape palettes as needed. Shades can be selected by clicking the assigned color in the inspector to open the extended color menu.  </a:t>
            </a:r>
            <a:endParaRPr/>
          </a:p>
          <a:p>
            <a:pPr marL="0" marR="0" lvl="0" indent="0" algn="l" rtl="0">
              <a:lnSpc>
                <a:spcPct val="100000"/>
              </a:lnSpc>
              <a:spcBef>
                <a:spcPts val="1800"/>
              </a:spcBef>
              <a:spcAft>
                <a:spcPts val="0"/>
              </a:spcAft>
              <a:buClr>
                <a:srgbClr val="FFFFFF"/>
              </a:buClr>
              <a:buSzPts val="2000"/>
              <a:buFont typeface="Gill Sans"/>
              <a:buNone/>
            </a:pPr>
            <a:r>
              <a:rPr lang="en-US" sz="2000" b="0" i="0" u="none" strike="noStrike" cap="none">
                <a:solidFill>
                  <a:srgbClr val="FFFFFF"/>
                </a:solidFill>
                <a:latin typeface="Gill Sans"/>
                <a:ea typeface="Gill Sans"/>
                <a:cs typeface="Gill Sans"/>
                <a:sym typeface="Gill Sans"/>
              </a:rPr>
              <a:t>To apply one of the chipped colors on this slide to a shape or object, select one of the shapes and “Copy Style” (format menu), then “Paste Style” onto other shapes as needed. Alternately, copy the chips you’d like to use to a slide and use the eyedropper tool to sample the color(s).</a:t>
            </a:r>
            <a:endParaRPr/>
          </a:p>
        </p:txBody>
      </p:sp>
      <p:sp>
        <p:nvSpPr>
          <p:cNvPr id="573" name="Google Shape;573;p86"/>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lvl="0" indent="0" algn="r">
              <a:lnSpc>
                <a:spcPct val="100000"/>
              </a:lnSpc>
              <a:spcBef>
                <a:spcPts val="0"/>
              </a:spcBef>
              <a:spcAft>
                <a:spcPts val="0"/>
              </a:spcAft>
              <a:buClr>
                <a:srgbClr val="438F84"/>
              </a:buClr>
              <a:buSzPts val="4800"/>
              <a:buFont typeface="Gill Sans"/>
              <a:buNone/>
              <a:defRPr sz="4800">
                <a:solidFill>
                  <a:srgbClr val="438F84"/>
                </a:solidFill>
              </a:defRPr>
            </a:lvl1pPr>
            <a:lvl2pPr marL="0" lvl="1" indent="0" algn="r">
              <a:lnSpc>
                <a:spcPct val="100000"/>
              </a:lnSpc>
              <a:spcBef>
                <a:spcPts val="0"/>
              </a:spcBef>
              <a:spcAft>
                <a:spcPts val="0"/>
              </a:spcAft>
              <a:buClr>
                <a:srgbClr val="438F84"/>
              </a:buClr>
              <a:buSzPts val="4800"/>
              <a:buFont typeface="Gill Sans"/>
              <a:buNone/>
              <a:defRPr sz="4800">
                <a:solidFill>
                  <a:srgbClr val="438F84"/>
                </a:solidFill>
              </a:defRPr>
            </a:lvl2pPr>
            <a:lvl3pPr marL="0" lvl="2" indent="0" algn="r">
              <a:lnSpc>
                <a:spcPct val="100000"/>
              </a:lnSpc>
              <a:spcBef>
                <a:spcPts val="0"/>
              </a:spcBef>
              <a:spcAft>
                <a:spcPts val="0"/>
              </a:spcAft>
              <a:buClr>
                <a:srgbClr val="438F84"/>
              </a:buClr>
              <a:buSzPts val="4800"/>
              <a:buFont typeface="Gill Sans"/>
              <a:buNone/>
              <a:defRPr sz="4800">
                <a:solidFill>
                  <a:srgbClr val="438F84"/>
                </a:solidFill>
              </a:defRPr>
            </a:lvl3pPr>
            <a:lvl4pPr marL="0" lvl="3" indent="0" algn="r">
              <a:lnSpc>
                <a:spcPct val="100000"/>
              </a:lnSpc>
              <a:spcBef>
                <a:spcPts val="0"/>
              </a:spcBef>
              <a:spcAft>
                <a:spcPts val="0"/>
              </a:spcAft>
              <a:buClr>
                <a:srgbClr val="438F84"/>
              </a:buClr>
              <a:buSzPts val="4800"/>
              <a:buFont typeface="Gill Sans"/>
              <a:buNone/>
              <a:defRPr sz="4800">
                <a:solidFill>
                  <a:srgbClr val="438F84"/>
                </a:solidFill>
              </a:defRPr>
            </a:lvl4pPr>
            <a:lvl5pPr marL="0" lvl="4" indent="0" algn="r">
              <a:lnSpc>
                <a:spcPct val="100000"/>
              </a:lnSpc>
              <a:spcBef>
                <a:spcPts val="0"/>
              </a:spcBef>
              <a:spcAft>
                <a:spcPts val="0"/>
              </a:spcAft>
              <a:buClr>
                <a:srgbClr val="438F84"/>
              </a:buClr>
              <a:buSzPts val="4800"/>
              <a:buFont typeface="Gill Sans"/>
              <a:buNone/>
              <a:defRPr sz="4800">
                <a:solidFill>
                  <a:srgbClr val="438F84"/>
                </a:solidFill>
              </a:defRPr>
            </a:lvl5pPr>
            <a:lvl6pPr marL="0" lvl="5" indent="0" algn="r">
              <a:lnSpc>
                <a:spcPct val="100000"/>
              </a:lnSpc>
              <a:spcBef>
                <a:spcPts val="0"/>
              </a:spcBef>
              <a:spcAft>
                <a:spcPts val="0"/>
              </a:spcAft>
              <a:buClr>
                <a:srgbClr val="438F84"/>
              </a:buClr>
              <a:buSzPts val="4800"/>
              <a:buFont typeface="Gill Sans"/>
              <a:buNone/>
              <a:defRPr sz="4800">
                <a:solidFill>
                  <a:srgbClr val="438F84"/>
                </a:solidFill>
              </a:defRPr>
            </a:lvl6pPr>
            <a:lvl7pPr marL="0" lvl="6" indent="0" algn="r">
              <a:lnSpc>
                <a:spcPct val="100000"/>
              </a:lnSpc>
              <a:spcBef>
                <a:spcPts val="0"/>
              </a:spcBef>
              <a:spcAft>
                <a:spcPts val="0"/>
              </a:spcAft>
              <a:buClr>
                <a:srgbClr val="438F84"/>
              </a:buClr>
              <a:buSzPts val="4800"/>
              <a:buFont typeface="Gill Sans"/>
              <a:buNone/>
              <a:defRPr sz="4800">
                <a:solidFill>
                  <a:srgbClr val="438F84"/>
                </a:solidFill>
              </a:defRPr>
            </a:lvl7pPr>
            <a:lvl8pPr marL="0" lvl="7" indent="0" algn="r">
              <a:lnSpc>
                <a:spcPct val="100000"/>
              </a:lnSpc>
              <a:spcBef>
                <a:spcPts val="0"/>
              </a:spcBef>
              <a:spcAft>
                <a:spcPts val="0"/>
              </a:spcAft>
              <a:buClr>
                <a:srgbClr val="438F84"/>
              </a:buClr>
              <a:buSzPts val="4800"/>
              <a:buFont typeface="Gill Sans"/>
              <a:buNone/>
              <a:defRPr sz="4800">
                <a:solidFill>
                  <a:srgbClr val="438F84"/>
                </a:solidFill>
              </a:defRPr>
            </a:lvl8pPr>
            <a:lvl9pPr marL="0" lvl="8" indent="0" algn="r">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Supplemental - Emphasis Styles">
  <p:cSld name="Supplemental - Emphasis Styles">
    <p:spTree>
      <p:nvGrpSpPr>
        <p:cNvPr id="1" name="Shape 574"/>
        <p:cNvGrpSpPr/>
        <p:nvPr/>
      </p:nvGrpSpPr>
      <p:grpSpPr>
        <a:xfrm>
          <a:off x="0" y="0"/>
          <a:ext cx="0" cy="0"/>
          <a:chOff x="0" y="0"/>
          <a:chExt cx="0" cy="0"/>
        </a:xfrm>
      </p:grpSpPr>
      <p:sp>
        <p:nvSpPr>
          <p:cNvPr id="575" name="Google Shape;575;p87"/>
          <p:cNvSpPr/>
          <p:nvPr/>
        </p:nvSpPr>
        <p:spPr>
          <a:xfrm>
            <a:off x="650081" y="651271"/>
            <a:ext cx="10935418"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76" name="Google Shape;576;p87"/>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77" name="Google Shape;577;p87"/>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78" name="Google Shape;578;p87"/>
          <p:cNvSpPr txBox="1"/>
          <p:nvPr/>
        </p:nvSpPr>
        <p:spPr>
          <a:xfrm>
            <a:off x="1034691" y="1012428"/>
            <a:ext cx="3976516" cy="1571030"/>
          </a:xfrm>
          <a:prstGeom prst="rect">
            <a:avLst/>
          </a:prstGeom>
          <a:noFill/>
          <a:ln>
            <a:noFill/>
          </a:ln>
        </p:spPr>
        <p:txBody>
          <a:bodyPr spcFirstLastPara="1" wrap="square" lIns="27075" tIns="27075" rIns="27075" bIns="27075" anchor="t" anchorCtr="0">
            <a:normAutofit/>
          </a:bodyPr>
          <a:lstStyle/>
          <a:p>
            <a:pPr marL="0" marR="0" lvl="0" indent="0" algn="l" rtl="0">
              <a:lnSpc>
                <a:spcPct val="100000"/>
              </a:lnSpc>
              <a:spcBef>
                <a:spcPts val="0"/>
              </a:spcBef>
              <a:spcAft>
                <a:spcPts val="0"/>
              </a:spcAft>
              <a:buClr>
                <a:srgbClr val="FFFFFF"/>
              </a:buClr>
              <a:buSzPts val="4200"/>
              <a:buFont typeface="Gill Sans"/>
              <a:buNone/>
            </a:pPr>
            <a:r>
              <a:rPr lang="en-US" sz="4200" b="0" i="0" u="none" strike="noStrike" cap="none">
                <a:solidFill>
                  <a:srgbClr val="FFFFFF"/>
                </a:solidFill>
                <a:latin typeface="Gill Sans"/>
                <a:ea typeface="Gill Sans"/>
                <a:cs typeface="Gill Sans"/>
                <a:sym typeface="Gill Sans"/>
              </a:rPr>
              <a:t>Text Emphasis Styles</a:t>
            </a:r>
            <a:endParaRPr/>
          </a:p>
        </p:txBody>
      </p:sp>
      <p:sp>
        <p:nvSpPr>
          <p:cNvPr id="579" name="Google Shape;579;p87"/>
          <p:cNvSpPr txBox="1"/>
          <p:nvPr/>
        </p:nvSpPr>
        <p:spPr>
          <a:xfrm>
            <a:off x="1034691" y="2583457"/>
            <a:ext cx="3976516" cy="6157715"/>
          </a:xfrm>
          <a:prstGeom prst="rect">
            <a:avLst/>
          </a:prstGeom>
          <a:noFill/>
          <a:ln>
            <a:noFill/>
          </a:ln>
        </p:spPr>
        <p:txBody>
          <a:bodyPr spcFirstLastPara="1" wrap="square" lIns="27075" tIns="27075" rIns="27075" bIns="27075" anchor="b" anchorCtr="0">
            <a:normAutofit/>
          </a:bodyPr>
          <a:lstStyle/>
          <a:p>
            <a:pPr marL="0" marR="0" lvl="0" indent="0" algn="l" rtl="0">
              <a:lnSpc>
                <a:spcPct val="100000"/>
              </a:lnSpc>
              <a:spcBef>
                <a:spcPts val="0"/>
              </a:spcBef>
              <a:spcAft>
                <a:spcPts val="0"/>
              </a:spcAft>
              <a:buClr>
                <a:srgbClr val="FFFFFF"/>
              </a:buClr>
              <a:buSzPts val="2000"/>
              <a:buFont typeface="Gill Sans"/>
              <a:buNone/>
            </a:pPr>
            <a:r>
              <a:rPr lang="en-US" sz="2000" b="0" i="0" u="none" strike="noStrike" cap="none">
                <a:solidFill>
                  <a:srgbClr val="FFFFFF"/>
                </a:solidFill>
                <a:latin typeface="Gill Sans"/>
                <a:ea typeface="Gill Sans"/>
                <a:cs typeface="Gill Sans"/>
                <a:sym typeface="Gill Sans"/>
              </a:rPr>
              <a:t>Add Emphasis to key words or phrases by applying the desired Accent / Tonal /Dark Emphasis Character Style: select the word or phrase you’d like to emphasize, and select one of the Emphasis Styles from the Character Styles dropdown to apply. Change the Character Style to None to remove any applied styles.  We recommend using SemiBold for additional emphasis as needed or desired. </a:t>
            </a:r>
            <a:endParaRPr/>
          </a:p>
          <a:p>
            <a:pPr marL="0" marR="0" lvl="0" indent="0" algn="l" rtl="0">
              <a:lnSpc>
                <a:spcPct val="100000"/>
              </a:lnSpc>
              <a:spcBef>
                <a:spcPts val="1800"/>
              </a:spcBef>
              <a:spcAft>
                <a:spcPts val="0"/>
              </a:spcAft>
              <a:buClr>
                <a:srgbClr val="FFFFFF"/>
              </a:buClr>
              <a:buSzPts val="2000"/>
              <a:buFont typeface="Gill Sans"/>
              <a:buNone/>
            </a:pPr>
            <a:r>
              <a:rPr lang="en-US" sz="2000" b="0" i="0" u="none" strike="noStrike" cap="none">
                <a:solidFill>
                  <a:srgbClr val="FFFFFF"/>
                </a:solidFill>
                <a:latin typeface="Gill Sans"/>
                <a:ea typeface="Gill Sans"/>
                <a:cs typeface="Gill Sans"/>
                <a:sym typeface="Gill Sans"/>
              </a:rPr>
              <a:t>The Primary Emphasis style is included for use with body or bullet regions using black text against a white background, and is keyed to match the default Title - Reversed styles.</a:t>
            </a:r>
            <a:endParaRPr/>
          </a:p>
        </p:txBody>
      </p:sp>
      <p:sp>
        <p:nvSpPr>
          <p:cNvPr id="580" name="Google Shape;580;p87"/>
          <p:cNvSpPr txBox="1">
            <a:spLocks noGrp="1"/>
          </p:cNvSpPr>
          <p:nvPr>
            <p:ph type="body" idx="1"/>
          </p:nvPr>
        </p:nvSpPr>
        <p:spPr>
          <a:xfrm>
            <a:off x="6005335" y="1373584"/>
            <a:ext cx="4810943" cy="7006432"/>
          </a:xfrm>
          <a:prstGeom prst="rect">
            <a:avLst/>
          </a:prstGeom>
          <a:noFill/>
          <a:ln>
            <a:noFill/>
          </a:ln>
        </p:spPr>
        <p:txBody>
          <a:bodyPr spcFirstLastPara="1" wrap="square" lIns="36100" tIns="36100" rIns="36100" bIns="36100" anchor="ctr" anchorCtr="0">
            <a:normAutofit/>
          </a:bodyPr>
          <a:lstStyle>
            <a:lvl1pPr marL="457200" lvl="0" indent="-342900" algn="l">
              <a:lnSpc>
                <a:spcPct val="90000"/>
              </a:lnSpc>
              <a:spcBef>
                <a:spcPts val="3000"/>
              </a:spcBef>
              <a:spcAft>
                <a:spcPts val="0"/>
              </a:spcAft>
              <a:buClr>
                <a:srgbClr val="15261B"/>
              </a:buClr>
              <a:buSzPts val="1800"/>
              <a:buAutoNum type="arabicPeriod"/>
              <a:defRPr/>
            </a:lvl1pPr>
            <a:lvl2pPr marL="914400" lvl="1" indent="-342900" algn="l">
              <a:lnSpc>
                <a:spcPct val="90000"/>
              </a:lnSpc>
              <a:spcBef>
                <a:spcPts val="3000"/>
              </a:spcBef>
              <a:spcAft>
                <a:spcPts val="0"/>
              </a:spcAft>
              <a:buClr>
                <a:srgbClr val="15261B"/>
              </a:buClr>
              <a:buSzPts val="1800"/>
              <a:buAutoNum type="arabicPeriod"/>
              <a:defRPr/>
            </a:lvl2pPr>
            <a:lvl3pPr marL="1371600" lvl="2" indent="-342900" algn="l">
              <a:lnSpc>
                <a:spcPct val="90000"/>
              </a:lnSpc>
              <a:spcBef>
                <a:spcPts val="3000"/>
              </a:spcBef>
              <a:spcAft>
                <a:spcPts val="0"/>
              </a:spcAft>
              <a:buClr>
                <a:srgbClr val="15261B"/>
              </a:buClr>
              <a:buSzPts val="1800"/>
              <a:buAutoNum type="arabicPeriod"/>
              <a:defRPr/>
            </a:lvl3pPr>
            <a:lvl4pPr marL="1828800" lvl="3" indent="-342900" algn="l">
              <a:lnSpc>
                <a:spcPct val="90000"/>
              </a:lnSpc>
              <a:spcBef>
                <a:spcPts val="3000"/>
              </a:spcBef>
              <a:spcAft>
                <a:spcPts val="0"/>
              </a:spcAft>
              <a:buClr>
                <a:srgbClr val="15261B"/>
              </a:buClr>
              <a:buSzPts val="1800"/>
              <a:buAutoNum type="arabicPeriod"/>
              <a:defRPr/>
            </a:lvl4pPr>
            <a:lvl5pPr marL="2286000" lvl="4" indent="-342900" algn="l">
              <a:lnSpc>
                <a:spcPct val="90000"/>
              </a:lnSpc>
              <a:spcBef>
                <a:spcPts val="3000"/>
              </a:spcBef>
              <a:spcAft>
                <a:spcPts val="0"/>
              </a:spcAft>
              <a:buClr>
                <a:srgbClr val="15261B"/>
              </a:buClr>
              <a:buSzPts val="1800"/>
              <a:buAutoNum type="arabicPeriod"/>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81" name="Google Shape;581;p87"/>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lvl="0" indent="0" algn="r">
              <a:lnSpc>
                <a:spcPct val="100000"/>
              </a:lnSpc>
              <a:spcBef>
                <a:spcPts val="0"/>
              </a:spcBef>
              <a:spcAft>
                <a:spcPts val="0"/>
              </a:spcAft>
              <a:buClr>
                <a:srgbClr val="438F84"/>
              </a:buClr>
              <a:buSzPts val="4800"/>
              <a:buFont typeface="Gill Sans"/>
              <a:buNone/>
              <a:defRPr sz="4800">
                <a:solidFill>
                  <a:srgbClr val="438F84"/>
                </a:solidFill>
              </a:defRPr>
            </a:lvl1pPr>
            <a:lvl2pPr marL="0" lvl="1" indent="0" algn="r">
              <a:lnSpc>
                <a:spcPct val="100000"/>
              </a:lnSpc>
              <a:spcBef>
                <a:spcPts val="0"/>
              </a:spcBef>
              <a:spcAft>
                <a:spcPts val="0"/>
              </a:spcAft>
              <a:buClr>
                <a:srgbClr val="438F84"/>
              </a:buClr>
              <a:buSzPts val="4800"/>
              <a:buFont typeface="Gill Sans"/>
              <a:buNone/>
              <a:defRPr sz="4800">
                <a:solidFill>
                  <a:srgbClr val="438F84"/>
                </a:solidFill>
              </a:defRPr>
            </a:lvl2pPr>
            <a:lvl3pPr marL="0" lvl="2" indent="0" algn="r">
              <a:lnSpc>
                <a:spcPct val="100000"/>
              </a:lnSpc>
              <a:spcBef>
                <a:spcPts val="0"/>
              </a:spcBef>
              <a:spcAft>
                <a:spcPts val="0"/>
              </a:spcAft>
              <a:buClr>
                <a:srgbClr val="438F84"/>
              </a:buClr>
              <a:buSzPts val="4800"/>
              <a:buFont typeface="Gill Sans"/>
              <a:buNone/>
              <a:defRPr sz="4800">
                <a:solidFill>
                  <a:srgbClr val="438F84"/>
                </a:solidFill>
              </a:defRPr>
            </a:lvl3pPr>
            <a:lvl4pPr marL="0" lvl="3" indent="0" algn="r">
              <a:lnSpc>
                <a:spcPct val="100000"/>
              </a:lnSpc>
              <a:spcBef>
                <a:spcPts val="0"/>
              </a:spcBef>
              <a:spcAft>
                <a:spcPts val="0"/>
              </a:spcAft>
              <a:buClr>
                <a:srgbClr val="438F84"/>
              </a:buClr>
              <a:buSzPts val="4800"/>
              <a:buFont typeface="Gill Sans"/>
              <a:buNone/>
              <a:defRPr sz="4800">
                <a:solidFill>
                  <a:srgbClr val="438F84"/>
                </a:solidFill>
              </a:defRPr>
            </a:lvl4pPr>
            <a:lvl5pPr marL="0" lvl="4" indent="0" algn="r">
              <a:lnSpc>
                <a:spcPct val="100000"/>
              </a:lnSpc>
              <a:spcBef>
                <a:spcPts val="0"/>
              </a:spcBef>
              <a:spcAft>
                <a:spcPts val="0"/>
              </a:spcAft>
              <a:buClr>
                <a:srgbClr val="438F84"/>
              </a:buClr>
              <a:buSzPts val="4800"/>
              <a:buFont typeface="Gill Sans"/>
              <a:buNone/>
              <a:defRPr sz="4800">
                <a:solidFill>
                  <a:srgbClr val="438F84"/>
                </a:solidFill>
              </a:defRPr>
            </a:lvl5pPr>
            <a:lvl6pPr marL="0" lvl="5" indent="0" algn="r">
              <a:lnSpc>
                <a:spcPct val="100000"/>
              </a:lnSpc>
              <a:spcBef>
                <a:spcPts val="0"/>
              </a:spcBef>
              <a:spcAft>
                <a:spcPts val="0"/>
              </a:spcAft>
              <a:buClr>
                <a:srgbClr val="438F84"/>
              </a:buClr>
              <a:buSzPts val="4800"/>
              <a:buFont typeface="Gill Sans"/>
              <a:buNone/>
              <a:defRPr sz="4800">
                <a:solidFill>
                  <a:srgbClr val="438F84"/>
                </a:solidFill>
              </a:defRPr>
            </a:lvl6pPr>
            <a:lvl7pPr marL="0" lvl="6" indent="0" algn="r">
              <a:lnSpc>
                <a:spcPct val="100000"/>
              </a:lnSpc>
              <a:spcBef>
                <a:spcPts val="0"/>
              </a:spcBef>
              <a:spcAft>
                <a:spcPts val="0"/>
              </a:spcAft>
              <a:buClr>
                <a:srgbClr val="438F84"/>
              </a:buClr>
              <a:buSzPts val="4800"/>
              <a:buFont typeface="Gill Sans"/>
              <a:buNone/>
              <a:defRPr sz="4800">
                <a:solidFill>
                  <a:srgbClr val="438F84"/>
                </a:solidFill>
              </a:defRPr>
            </a:lvl7pPr>
            <a:lvl8pPr marL="0" lvl="7" indent="0" algn="r">
              <a:lnSpc>
                <a:spcPct val="100000"/>
              </a:lnSpc>
              <a:spcBef>
                <a:spcPts val="0"/>
              </a:spcBef>
              <a:spcAft>
                <a:spcPts val="0"/>
              </a:spcAft>
              <a:buClr>
                <a:srgbClr val="438F84"/>
              </a:buClr>
              <a:buSzPts val="4800"/>
              <a:buFont typeface="Gill Sans"/>
              <a:buNone/>
              <a:defRPr sz="4800">
                <a:solidFill>
                  <a:srgbClr val="438F84"/>
                </a:solidFill>
              </a:defRPr>
            </a:lvl8pPr>
            <a:lvl9pPr marL="0" lvl="8" indent="0" algn="r">
              <a:lnSpc>
                <a:spcPct val="100000"/>
              </a:lnSpc>
              <a:spcBef>
                <a:spcPts val="0"/>
              </a:spcBef>
              <a:spcAft>
                <a:spcPts val="0"/>
              </a:spcAft>
              <a:buClr>
                <a:srgbClr val="438F84"/>
              </a:buClr>
              <a:buSzPts val="4800"/>
              <a:buFont typeface="Gill Sans"/>
              <a:buNone/>
              <a:defRPr sz="4800">
                <a:solidFill>
                  <a:srgbClr val="438F84"/>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Caption Bottom – Photo - 3 Up">
  <p:cSld name="Caption Bottom – Photo - 3 Up">
    <p:spTree>
      <p:nvGrpSpPr>
        <p:cNvPr id="1" name="Shape 582"/>
        <p:cNvGrpSpPr/>
        <p:nvPr/>
      </p:nvGrpSpPr>
      <p:grpSpPr>
        <a:xfrm>
          <a:off x="0" y="0"/>
          <a:ext cx="0" cy="0"/>
          <a:chOff x="0" y="0"/>
          <a:chExt cx="0" cy="0"/>
        </a:xfrm>
      </p:grpSpPr>
      <p:sp>
        <p:nvSpPr>
          <p:cNvPr id="583" name="Google Shape;583;p88"/>
          <p:cNvSpPr>
            <a:spLocks noGrp="1"/>
          </p:cNvSpPr>
          <p:nvPr>
            <p:ph type="pic" idx="2"/>
          </p:nvPr>
        </p:nvSpPr>
        <p:spPr>
          <a:xfrm>
            <a:off x="3274561" y="488751"/>
            <a:ext cx="15601951" cy="8776098"/>
          </a:xfrm>
          <a:prstGeom prst="rect">
            <a:avLst/>
          </a:prstGeom>
          <a:noFill/>
          <a:ln>
            <a:noFill/>
          </a:ln>
        </p:spPr>
        <p:txBody>
          <a:bodyPr/>
          <a:lstStyle/>
          <a:p>
            <a:endParaRPr lang="en-GB"/>
          </a:p>
        </p:txBody>
      </p:sp>
      <p:sp>
        <p:nvSpPr>
          <p:cNvPr id="584" name="Google Shape;584;p88"/>
          <p:cNvSpPr/>
          <p:nvPr/>
        </p:nvSpPr>
        <p:spPr>
          <a:xfrm>
            <a:off x="487560" y="5454649"/>
            <a:ext cx="5932164" cy="3810200"/>
          </a:xfrm>
          <a:prstGeom prst="rect">
            <a:avLst/>
          </a:prstGeom>
          <a:solidFill>
            <a:srgbClr val="3B7E75"/>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585" name="Google Shape;585;p88"/>
          <p:cNvSpPr txBox="1">
            <a:spLocks noGrp="1"/>
          </p:cNvSpPr>
          <p:nvPr>
            <p:ph type="title"/>
          </p:nvPr>
        </p:nvSpPr>
        <p:spPr>
          <a:xfrm>
            <a:off x="976312" y="5782088"/>
            <a:ext cx="4954661" cy="686876"/>
          </a:xfrm>
          <a:prstGeom prst="rect">
            <a:avLst/>
          </a:prstGeom>
          <a:noFill/>
          <a:ln>
            <a:noFill/>
          </a:ln>
        </p:spPr>
        <p:txBody>
          <a:bodyPr spcFirstLastPara="1" wrap="square" lIns="27075" tIns="27075" rIns="27075" bIns="27075" anchor="b" anchorCtr="0">
            <a:normAutofit/>
          </a:bodyPr>
          <a:lstStyle>
            <a:lvl1pPr lvl="0" algn="l">
              <a:lnSpc>
                <a:spcPct val="90000"/>
              </a:lnSpc>
              <a:spcBef>
                <a:spcPts val="0"/>
              </a:spcBef>
              <a:spcAft>
                <a:spcPts val="0"/>
              </a:spcAft>
              <a:buClr>
                <a:srgbClr val="FFBC00"/>
              </a:buClr>
              <a:buSzPts val="4000"/>
              <a:buFont typeface="Helvetica Neue Light"/>
              <a:buNone/>
              <a:defRPr sz="4000">
                <a:solidFill>
                  <a:srgbClr val="FFBC00"/>
                </a:solidFill>
                <a:latin typeface="Helvetica Neue Light"/>
                <a:ea typeface="Helvetica Neue Light"/>
                <a:cs typeface="Helvetica Neue Light"/>
                <a:sym typeface="Helvetica Neue Light"/>
              </a:defRPr>
            </a:lvl1pPr>
            <a:lvl2pPr lvl="1" algn="l">
              <a:lnSpc>
                <a:spcPct val="90000"/>
              </a:lnSpc>
              <a:spcBef>
                <a:spcPts val="0"/>
              </a:spcBef>
              <a:spcAft>
                <a:spcPts val="0"/>
              </a:spcAft>
              <a:buClr>
                <a:srgbClr val="FFFFFF"/>
              </a:buClr>
              <a:buSzPts val="1800"/>
              <a:buNone/>
              <a:defRPr/>
            </a:lvl2pPr>
            <a:lvl3pPr lvl="2" algn="l">
              <a:lnSpc>
                <a:spcPct val="90000"/>
              </a:lnSpc>
              <a:spcBef>
                <a:spcPts val="0"/>
              </a:spcBef>
              <a:spcAft>
                <a:spcPts val="0"/>
              </a:spcAft>
              <a:buClr>
                <a:srgbClr val="FFFFFF"/>
              </a:buClr>
              <a:buSzPts val="1800"/>
              <a:buNone/>
              <a:defRPr/>
            </a:lvl3pPr>
            <a:lvl4pPr lvl="3" algn="l">
              <a:lnSpc>
                <a:spcPct val="90000"/>
              </a:lnSpc>
              <a:spcBef>
                <a:spcPts val="0"/>
              </a:spcBef>
              <a:spcAft>
                <a:spcPts val="0"/>
              </a:spcAft>
              <a:buClr>
                <a:srgbClr val="FFFFFF"/>
              </a:buClr>
              <a:buSzPts val="1800"/>
              <a:buNone/>
              <a:defRPr/>
            </a:lvl4pPr>
            <a:lvl5pPr lvl="4" algn="l">
              <a:lnSpc>
                <a:spcPct val="90000"/>
              </a:lnSpc>
              <a:spcBef>
                <a:spcPts val="0"/>
              </a:spcBef>
              <a:spcAft>
                <a:spcPts val="0"/>
              </a:spcAft>
              <a:buClr>
                <a:srgbClr val="FFFFFF"/>
              </a:buClr>
              <a:buSzPts val="1800"/>
              <a:buNone/>
              <a:defRPr/>
            </a:lvl5pPr>
            <a:lvl6pPr lvl="5" algn="l">
              <a:lnSpc>
                <a:spcPct val="90000"/>
              </a:lnSpc>
              <a:spcBef>
                <a:spcPts val="0"/>
              </a:spcBef>
              <a:spcAft>
                <a:spcPts val="0"/>
              </a:spcAft>
              <a:buClr>
                <a:srgbClr val="FFFFFF"/>
              </a:buClr>
              <a:buSzPts val="1800"/>
              <a:buNone/>
              <a:defRPr/>
            </a:lvl6pPr>
            <a:lvl7pPr lvl="6" algn="l">
              <a:lnSpc>
                <a:spcPct val="90000"/>
              </a:lnSpc>
              <a:spcBef>
                <a:spcPts val="0"/>
              </a:spcBef>
              <a:spcAft>
                <a:spcPts val="0"/>
              </a:spcAft>
              <a:buClr>
                <a:srgbClr val="FFFFFF"/>
              </a:buClr>
              <a:buSzPts val="1800"/>
              <a:buNone/>
              <a:defRPr/>
            </a:lvl7pPr>
            <a:lvl8pPr lvl="7" algn="l">
              <a:lnSpc>
                <a:spcPct val="90000"/>
              </a:lnSpc>
              <a:spcBef>
                <a:spcPts val="0"/>
              </a:spcBef>
              <a:spcAft>
                <a:spcPts val="0"/>
              </a:spcAft>
              <a:buClr>
                <a:srgbClr val="FFFFFF"/>
              </a:buClr>
              <a:buSzPts val="1800"/>
              <a:buNone/>
              <a:defRPr/>
            </a:lvl8pPr>
            <a:lvl9pPr lvl="8" algn="l">
              <a:lnSpc>
                <a:spcPct val="90000"/>
              </a:lnSpc>
              <a:spcBef>
                <a:spcPts val="0"/>
              </a:spcBef>
              <a:spcAft>
                <a:spcPts val="0"/>
              </a:spcAft>
              <a:buClr>
                <a:srgbClr val="FFFFFF"/>
              </a:buClr>
              <a:buSzPts val="1800"/>
              <a:buNone/>
              <a:defRPr/>
            </a:lvl9pPr>
          </a:lstStyle>
          <a:p>
            <a:endParaRPr/>
          </a:p>
        </p:txBody>
      </p:sp>
      <p:sp>
        <p:nvSpPr>
          <p:cNvPr id="586" name="Google Shape;586;p88"/>
          <p:cNvSpPr txBox="1">
            <a:spLocks noGrp="1"/>
          </p:cNvSpPr>
          <p:nvPr>
            <p:ph type="body" idx="1"/>
          </p:nvPr>
        </p:nvSpPr>
        <p:spPr>
          <a:xfrm>
            <a:off x="976312" y="6468962"/>
            <a:ext cx="4954661" cy="2307135"/>
          </a:xfrm>
          <a:prstGeom prst="rect">
            <a:avLst/>
          </a:prstGeom>
          <a:noFill/>
          <a:ln>
            <a:noFill/>
          </a:ln>
        </p:spPr>
        <p:txBody>
          <a:bodyPr spcFirstLastPara="1" wrap="square" lIns="27075" tIns="27075" rIns="27075" bIns="27075" anchor="b" anchorCtr="0">
            <a:normAutofit/>
          </a:bodyPr>
          <a:lstStyle>
            <a:lvl1pPr marL="457200" lvl="0" indent="-228600" algn="l">
              <a:lnSpc>
                <a:spcPct val="100000"/>
              </a:lnSpc>
              <a:spcBef>
                <a:spcPts val="1900"/>
              </a:spcBef>
              <a:spcAft>
                <a:spcPts val="0"/>
              </a:spcAft>
              <a:buClr>
                <a:srgbClr val="FFFFFF"/>
              </a:buClr>
              <a:buSzPts val="1800"/>
              <a:buFont typeface="Helvetica Neue Light"/>
              <a:buNone/>
              <a:defRPr sz="1800">
                <a:solidFill>
                  <a:srgbClr val="FFFFFF"/>
                </a:solidFill>
                <a:latin typeface="Helvetica Neue Light"/>
                <a:ea typeface="Helvetica Neue Light"/>
                <a:cs typeface="Helvetica Neue Light"/>
                <a:sym typeface="Helvetica Neue Light"/>
              </a:defRPr>
            </a:lvl1pPr>
            <a:lvl2pPr marL="914400" lvl="1" indent="-228600" algn="l">
              <a:lnSpc>
                <a:spcPct val="100000"/>
              </a:lnSpc>
              <a:spcBef>
                <a:spcPts val="1900"/>
              </a:spcBef>
              <a:spcAft>
                <a:spcPts val="0"/>
              </a:spcAft>
              <a:buClr>
                <a:srgbClr val="FFFFFF"/>
              </a:buClr>
              <a:buSzPts val="1800"/>
              <a:buFont typeface="Helvetica Neue Light"/>
              <a:buNone/>
              <a:defRPr sz="1800">
                <a:solidFill>
                  <a:srgbClr val="FFFFFF"/>
                </a:solidFill>
                <a:latin typeface="Helvetica Neue Light"/>
                <a:ea typeface="Helvetica Neue Light"/>
                <a:cs typeface="Helvetica Neue Light"/>
                <a:sym typeface="Helvetica Neue Light"/>
              </a:defRPr>
            </a:lvl2pPr>
            <a:lvl3pPr marL="1371600" lvl="2" indent="-228600" algn="l">
              <a:lnSpc>
                <a:spcPct val="100000"/>
              </a:lnSpc>
              <a:spcBef>
                <a:spcPts val="1900"/>
              </a:spcBef>
              <a:spcAft>
                <a:spcPts val="0"/>
              </a:spcAft>
              <a:buClr>
                <a:srgbClr val="FFFFFF"/>
              </a:buClr>
              <a:buSzPts val="1800"/>
              <a:buFont typeface="Helvetica Neue Light"/>
              <a:buNone/>
              <a:defRPr sz="1800">
                <a:solidFill>
                  <a:srgbClr val="FFFFFF"/>
                </a:solidFill>
                <a:latin typeface="Helvetica Neue Light"/>
                <a:ea typeface="Helvetica Neue Light"/>
                <a:cs typeface="Helvetica Neue Light"/>
                <a:sym typeface="Helvetica Neue Light"/>
              </a:defRPr>
            </a:lvl3pPr>
            <a:lvl4pPr marL="1828800" lvl="3" indent="-228600" algn="l">
              <a:lnSpc>
                <a:spcPct val="100000"/>
              </a:lnSpc>
              <a:spcBef>
                <a:spcPts val="1900"/>
              </a:spcBef>
              <a:spcAft>
                <a:spcPts val="0"/>
              </a:spcAft>
              <a:buClr>
                <a:srgbClr val="FFFFFF"/>
              </a:buClr>
              <a:buSzPts val="1800"/>
              <a:buFont typeface="Helvetica Neue Light"/>
              <a:buNone/>
              <a:defRPr sz="1800">
                <a:solidFill>
                  <a:srgbClr val="FFFFFF"/>
                </a:solidFill>
                <a:latin typeface="Helvetica Neue Light"/>
                <a:ea typeface="Helvetica Neue Light"/>
                <a:cs typeface="Helvetica Neue Light"/>
                <a:sym typeface="Helvetica Neue Light"/>
              </a:defRPr>
            </a:lvl4pPr>
            <a:lvl5pPr marL="2286000" lvl="4" indent="-228600" algn="l">
              <a:lnSpc>
                <a:spcPct val="100000"/>
              </a:lnSpc>
              <a:spcBef>
                <a:spcPts val="1900"/>
              </a:spcBef>
              <a:spcAft>
                <a:spcPts val="0"/>
              </a:spcAft>
              <a:buClr>
                <a:srgbClr val="FFFFFF"/>
              </a:buClr>
              <a:buSzPts val="1800"/>
              <a:buFont typeface="Helvetica Neue Light"/>
              <a:buNone/>
              <a:defRPr sz="1800">
                <a:solidFill>
                  <a:srgbClr val="FFFFFF"/>
                </a:solidFill>
                <a:latin typeface="Helvetica Neue Light"/>
                <a:ea typeface="Helvetica Neue Light"/>
                <a:cs typeface="Helvetica Neue Light"/>
                <a:sym typeface="Helvetica Neue Light"/>
              </a:defRPr>
            </a:lvl5pPr>
            <a:lvl6pPr marL="2743200" lvl="5" indent="-342900" algn="l">
              <a:lnSpc>
                <a:spcPct val="90000"/>
              </a:lnSpc>
              <a:spcBef>
                <a:spcPts val="3000"/>
              </a:spcBef>
              <a:spcAft>
                <a:spcPts val="0"/>
              </a:spcAft>
              <a:buClr>
                <a:srgbClr val="15261B"/>
              </a:buClr>
              <a:buSzPts val="1800"/>
              <a:buAutoNum type="arabicPeriod"/>
              <a:defRPr/>
            </a:lvl6pPr>
            <a:lvl7pPr marL="3200400" lvl="6" indent="-342900" algn="l">
              <a:lnSpc>
                <a:spcPct val="90000"/>
              </a:lnSpc>
              <a:spcBef>
                <a:spcPts val="3000"/>
              </a:spcBef>
              <a:spcAft>
                <a:spcPts val="0"/>
              </a:spcAft>
              <a:buClr>
                <a:srgbClr val="15261B"/>
              </a:buClr>
              <a:buSzPts val="1800"/>
              <a:buAutoNum type="arabicPeriod"/>
              <a:defRPr/>
            </a:lvl7pPr>
            <a:lvl8pPr marL="3657600" lvl="7" indent="-342900" algn="l">
              <a:lnSpc>
                <a:spcPct val="90000"/>
              </a:lnSpc>
              <a:spcBef>
                <a:spcPts val="3000"/>
              </a:spcBef>
              <a:spcAft>
                <a:spcPts val="0"/>
              </a:spcAft>
              <a:buClr>
                <a:srgbClr val="15261B"/>
              </a:buClr>
              <a:buSzPts val="1800"/>
              <a:buAutoNum type="arabicPeriod"/>
              <a:defRPr/>
            </a:lvl8pPr>
            <a:lvl9pPr marL="4114800" lvl="8" indent="-342900" algn="l">
              <a:lnSpc>
                <a:spcPct val="90000"/>
              </a:lnSpc>
              <a:spcBef>
                <a:spcPts val="3000"/>
              </a:spcBef>
              <a:spcAft>
                <a:spcPts val="0"/>
              </a:spcAft>
              <a:buClr>
                <a:srgbClr val="15261B"/>
              </a:buClr>
              <a:buSzPts val="1800"/>
              <a:buAutoNum type="arabicPeriod"/>
              <a:defRPr/>
            </a:lvl9pPr>
          </a:lstStyle>
          <a:p>
            <a:endParaRPr/>
          </a:p>
        </p:txBody>
      </p:sp>
      <p:sp>
        <p:nvSpPr>
          <p:cNvPr id="587" name="Google Shape;587;p88"/>
          <p:cNvSpPr>
            <a:spLocks noGrp="1"/>
          </p:cNvSpPr>
          <p:nvPr>
            <p:ph type="pic" idx="3"/>
          </p:nvPr>
        </p:nvSpPr>
        <p:spPr>
          <a:xfrm>
            <a:off x="487560" y="364556"/>
            <a:ext cx="8980922" cy="5051769"/>
          </a:xfrm>
          <a:prstGeom prst="rect">
            <a:avLst/>
          </a:prstGeom>
          <a:noFill/>
          <a:ln>
            <a:noFill/>
          </a:ln>
        </p:spPr>
        <p:txBody>
          <a:bodyPr/>
          <a:lstStyle/>
          <a:p>
            <a:endParaRPr lang="en-GB"/>
          </a:p>
        </p:txBody>
      </p:sp>
      <p:sp>
        <p:nvSpPr>
          <p:cNvPr id="588" name="Google Shape;588;p88"/>
          <p:cNvSpPr>
            <a:spLocks noGrp="1"/>
          </p:cNvSpPr>
          <p:nvPr>
            <p:ph type="pic" idx="4"/>
          </p:nvPr>
        </p:nvSpPr>
        <p:spPr>
          <a:xfrm>
            <a:off x="4639935" y="5454649"/>
            <a:ext cx="6773688" cy="3810200"/>
          </a:xfrm>
          <a:prstGeom prst="rect">
            <a:avLst/>
          </a:prstGeom>
          <a:noFill/>
          <a:ln>
            <a:noFill/>
          </a:ln>
        </p:spPr>
        <p:txBody>
          <a:bodyPr/>
          <a:lstStyle/>
          <a:p>
            <a:endParaRPr lang="en-GB"/>
          </a:p>
        </p:txBody>
      </p:sp>
      <p:sp>
        <p:nvSpPr>
          <p:cNvPr id="589" name="Google Shape;589;p88"/>
          <p:cNvSpPr txBox="1">
            <a:spLocks noGrp="1"/>
          </p:cNvSpPr>
          <p:nvPr>
            <p:ph type="sldNum" idx="12"/>
          </p:nvPr>
        </p:nvSpPr>
        <p:spPr>
          <a:xfrm>
            <a:off x="11500986" y="8434188"/>
            <a:ext cx="590803" cy="413953"/>
          </a:xfrm>
          <a:prstGeom prst="rect">
            <a:avLst/>
          </a:prstGeom>
          <a:noFill/>
          <a:ln>
            <a:noFill/>
          </a:ln>
        </p:spPr>
        <p:txBody>
          <a:bodyPr spcFirstLastPara="1" wrap="square" lIns="27075" tIns="27075" rIns="27075" bIns="27075" anchor="t" anchorCtr="0">
            <a:spAutoFit/>
          </a:bodyPr>
          <a:lstStyle>
            <a:lvl1pPr marL="0" marR="0" lvl="0" indent="0" algn="r">
              <a:lnSpc>
                <a:spcPct val="100000"/>
              </a:lnSpc>
              <a:spcBef>
                <a:spcPts val="0"/>
              </a:spcBef>
              <a:spcAft>
                <a:spcPts val="0"/>
              </a:spcAft>
              <a:buClr>
                <a:srgbClr val="FFFFFF"/>
              </a:buClr>
              <a:buSzPts val="2400"/>
              <a:buFont typeface="Helvetica Neue"/>
              <a:buNone/>
              <a:defRPr sz="2400">
                <a:solidFill>
                  <a:srgbClr val="FFFFFF"/>
                </a:solidFill>
                <a:latin typeface="Helvetica Neue"/>
                <a:ea typeface="Helvetica Neue"/>
                <a:cs typeface="Helvetica Neue"/>
                <a:sym typeface="Helvetica Neue"/>
              </a:defRPr>
            </a:lvl1pPr>
            <a:lvl2pPr marL="0" marR="0" lvl="1" indent="0" algn="r">
              <a:lnSpc>
                <a:spcPct val="100000"/>
              </a:lnSpc>
              <a:spcBef>
                <a:spcPts val="0"/>
              </a:spcBef>
              <a:spcAft>
                <a:spcPts val="0"/>
              </a:spcAft>
              <a:buClr>
                <a:srgbClr val="FFFFFF"/>
              </a:buClr>
              <a:buSzPts val="2400"/>
              <a:buFont typeface="Helvetica Neue"/>
              <a:buNone/>
              <a:defRPr sz="2400">
                <a:solidFill>
                  <a:srgbClr val="FFFFFF"/>
                </a:solidFill>
                <a:latin typeface="Helvetica Neue"/>
                <a:ea typeface="Helvetica Neue"/>
                <a:cs typeface="Helvetica Neue"/>
                <a:sym typeface="Helvetica Neue"/>
              </a:defRPr>
            </a:lvl2pPr>
            <a:lvl3pPr marL="0" marR="0" lvl="2" indent="0" algn="r">
              <a:lnSpc>
                <a:spcPct val="100000"/>
              </a:lnSpc>
              <a:spcBef>
                <a:spcPts val="0"/>
              </a:spcBef>
              <a:spcAft>
                <a:spcPts val="0"/>
              </a:spcAft>
              <a:buClr>
                <a:srgbClr val="FFFFFF"/>
              </a:buClr>
              <a:buSzPts val="2400"/>
              <a:buFont typeface="Helvetica Neue"/>
              <a:buNone/>
              <a:defRPr sz="2400">
                <a:solidFill>
                  <a:srgbClr val="FFFFFF"/>
                </a:solidFill>
                <a:latin typeface="Helvetica Neue"/>
                <a:ea typeface="Helvetica Neue"/>
                <a:cs typeface="Helvetica Neue"/>
                <a:sym typeface="Helvetica Neue"/>
              </a:defRPr>
            </a:lvl3pPr>
            <a:lvl4pPr marL="0" marR="0" lvl="3" indent="0" algn="r">
              <a:lnSpc>
                <a:spcPct val="100000"/>
              </a:lnSpc>
              <a:spcBef>
                <a:spcPts val="0"/>
              </a:spcBef>
              <a:spcAft>
                <a:spcPts val="0"/>
              </a:spcAft>
              <a:buClr>
                <a:srgbClr val="FFFFFF"/>
              </a:buClr>
              <a:buSzPts val="2400"/>
              <a:buFont typeface="Helvetica Neue"/>
              <a:buNone/>
              <a:defRPr sz="2400">
                <a:solidFill>
                  <a:srgbClr val="FFFFFF"/>
                </a:solidFill>
                <a:latin typeface="Helvetica Neue"/>
                <a:ea typeface="Helvetica Neue"/>
                <a:cs typeface="Helvetica Neue"/>
                <a:sym typeface="Helvetica Neue"/>
              </a:defRPr>
            </a:lvl4pPr>
            <a:lvl5pPr marL="0" marR="0" lvl="4" indent="0" algn="r">
              <a:lnSpc>
                <a:spcPct val="100000"/>
              </a:lnSpc>
              <a:spcBef>
                <a:spcPts val="0"/>
              </a:spcBef>
              <a:spcAft>
                <a:spcPts val="0"/>
              </a:spcAft>
              <a:buClr>
                <a:srgbClr val="FFFFFF"/>
              </a:buClr>
              <a:buSzPts val="2400"/>
              <a:buFont typeface="Helvetica Neue"/>
              <a:buNone/>
              <a:defRPr sz="2400">
                <a:solidFill>
                  <a:srgbClr val="FFFFFF"/>
                </a:solidFill>
                <a:latin typeface="Helvetica Neue"/>
                <a:ea typeface="Helvetica Neue"/>
                <a:cs typeface="Helvetica Neue"/>
                <a:sym typeface="Helvetica Neue"/>
              </a:defRPr>
            </a:lvl5pPr>
            <a:lvl6pPr marL="0" marR="0" lvl="5" indent="0" algn="r">
              <a:lnSpc>
                <a:spcPct val="100000"/>
              </a:lnSpc>
              <a:spcBef>
                <a:spcPts val="0"/>
              </a:spcBef>
              <a:spcAft>
                <a:spcPts val="0"/>
              </a:spcAft>
              <a:buClr>
                <a:srgbClr val="FFFFFF"/>
              </a:buClr>
              <a:buSzPts val="2400"/>
              <a:buFont typeface="Helvetica Neue"/>
              <a:buNone/>
              <a:defRPr sz="2400">
                <a:solidFill>
                  <a:srgbClr val="FFFFFF"/>
                </a:solidFill>
                <a:latin typeface="Helvetica Neue"/>
                <a:ea typeface="Helvetica Neue"/>
                <a:cs typeface="Helvetica Neue"/>
                <a:sym typeface="Helvetica Neue"/>
              </a:defRPr>
            </a:lvl6pPr>
            <a:lvl7pPr marL="0" marR="0" lvl="6" indent="0" algn="r">
              <a:lnSpc>
                <a:spcPct val="100000"/>
              </a:lnSpc>
              <a:spcBef>
                <a:spcPts val="0"/>
              </a:spcBef>
              <a:spcAft>
                <a:spcPts val="0"/>
              </a:spcAft>
              <a:buClr>
                <a:srgbClr val="FFFFFF"/>
              </a:buClr>
              <a:buSzPts val="2400"/>
              <a:buFont typeface="Helvetica Neue"/>
              <a:buNone/>
              <a:defRPr sz="2400">
                <a:solidFill>
                  <a:srgbClr val="FFFFFF"/>
                </a:solidFill>
                <a:latin typeface="Helvetica Neue"/>
                <a:ea typeface="Helvetica Neue"/>
                <a:cs typeface="Helvetica Neue"/>
                <a:sym typeface="Helvetica Neue"/>
              </a:defRPr>
            </a:lvl7pPr>
            <a:lvl8pPr marL="0" marR="0" lvl="7" indent="0" algn="r">
              <a:lnSpc>
                <a:spcPct val="100000"/>
              </a:lnSpc>
              <a:spcBef>
                <a:spcPts val="0"/>
              </a:spcBef>
              <a:spcAft>
                <a:spcPts val="0"/>
              </a:spcAft>
              <a:buClr>
                <a:srgbClr val="FFFFFF"/>
              </a:buClr>
              <a:buSzPts val="2400"/>
              <a:buFont typeface="Helvetica Neue"/>
              <a:buNone/>
              <a:defRPr sz="2400">
                <a:solidFill>
                  <a:srgbClr val="FFFFFF"/>
                </a:solidFill>
                <a:latin typeface="Helvetica Neue"/>
                <a:ea typeface="Helvetica Neue"/>
                <a:cs typeface="Helvetica Neue"/>
                <a:sym typeface="Helvetica Neue"/>
              </a:defRPr>
            </a:lvl8pPr>
            <a:lvl9pPr marL="0" marR="0" lvl="8" indent="0" algn="r">
              <a:lnSpc>
                <a:spcPct val="100000"/>
              </a:lnSpc>
              <a:spcBef>
                <a:spcPts val="0"/>
              </a:spcBef>
              <a:spcAft>
                <a:spcPts val="0"/>
              </a:spcAft>
              <a:buClr>
                <a:srgbClr val="FFFFFF"/>
              </a:buClr>
              <a:buSzPts val="2400"/>
              <a:buFont typeface="Helvetica Neue"/>
              <a:buNone/>
              <a:defRPr sz="2400">
                <a:solidFill>
                  <a:srgbClr val="FFFFFF"/>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US"/>
              <a:t>‹#›</a:t>
            </a:fld>
            <a:endParaRPr sz="4800">
              <a:solidFill>
                <a:srgbClr val="438F84"/>
              </a:solidFill>
              <a:latin typeface="Gill Sans"/>
              <a:ea typeface="Gill Sans"/>
              <a:cs typeface="Gill Sans"/>
              <a:sym typeface="Gill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8"/>
          <p:cNvSpPr/>
          <p:nvPr/>
        </p:nvSpPr>
        <p:spPr>
          <a:xfrm>
            <a:off x="650081" y="651271"/>
            <a:ext cx="4745736" cy="8451058"/>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7" name="Google Shape;7;p28"/>
          <p:cNvSpPr/>
          <p:nvPr/>
        </p:nvSpPr>
        <p:spPr>
          <a:xfrm>
            <a:off x="11829278" y="651271"/>
            <a:ext cx="525442" cy="2293344"/>
          </a:xfrm>
          <a:prstGeom prst="rect">
            <a:avLst/>
          </a:prstGeom>
          <a:solidFill>
            <a:srgbClr val="9FDABF"/>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8" name="Google Shape;8;p28"/>
          <p:cNvSpPr/>
          <p:nvPr/>
        </p:nvSpPr>
        <p:spPr>
          <a:xfrm>
            <a:off x="11829277" y="3188394"/>
            <a:ext cx="525443" cy="5913935"/>
          </a:xfrm>
          <a:prstGeom prst="rect">
            <a:avLst/>
          </a:prstGeom>
          <a:solidFill>
            <a:srgbClr val="438F84"/>
          </a:solidFill>
          <a:ln>
            <a:noFill/>
          </a:ln>
        </p:spPr>
        <p:txBody>
          <a:bodyPr spcFirstLastPara="1" wrap="square" lIns="27075" tIns="27075" rIns="27075" bIns="27075" anchor="ctr" anchorCtr="0">
            <a:noAutofit/>
          </a:bodyPr>
          <a:lstStyle/>
          <a:p>
            <a:pPr marL="0" marR="0" lvl="0" indent="0" algn="ctr" rtl="0">
              <a:lnSpc>
                <a:spcPct val="100000"/>
              </a:lnSpc>
              <a:spcBef>
                <a:spcPts val="0"/>
              </a:spcBef>
              <a:spcAft>
                <a:spcPts val="0"/>
              </a:spcAft>
              <a:buClr>
                <a:srgbClr val="FFFFFF"/>
              </a:buClr>
              <a:buSzPts val="2200"/>
              <a:buFont typeface="Gill Sans"/>
              <a:buNone/>
            </a:pPr>
            <a:endParaRPr sz="2200" b="0" i="0" u="none" strike="noStrike" cap="none">
              <a:solidFill>
                <a:srgbClr val="FFFFFF"/>
              </a:solidFill>
              <a:latin typeface="Gill Sans"/>
              <a:ea typeface="Gill Sans"/>
              <a:cs typeface="Gill Sans"/>
              <a:sym typeface="Gill Sans"/>
            </a:endParaRPr>
          </a:p>
        </p:txBody>
      </p:sp>
      <p:sp>
        <p:nvSpPr>
          <p:cNvPr id="9" name="Google Shape;9;p28"/>
          <p:cNvSpPr txBox="1">
            <a:spLocks noGrp="1"/>
          </p:cNvSpPr>
          <p:nvPr>
            <p:ph type="title"/>
          </p:nvPr>
        </p:nvSpPr>
        <p:spPr>
          <a:xfrm>
            <a:off x="1419301" y="1373584"/>
            <a:ext cx="3207295" cy="1932187"/>
          </a:xfrm>
          <a:prstGeom prst="rect">
            <a:avLst/>
          </a:prstGeom>
          <a:noFill/>
          <a:ln>
            <a:noFill/>
          </a:ln>
        </p:spPr>
        <p:txBody>
          <a:bodyPr spcFirstLastPara="1" wrap="square" lIns="27075" tIns="27075" rIns="27075" bIns="27075" anchor="t" anchorCtr="0">
            <a:normAutofit/>
          </a:bodyPr>
          <a:lstStyle>
            <a:lvl1pPr marR="0" lvl="0" algn="l" rtl="0">
              <a:lnSpc>
                <a:spcPct val="90000"/>
              </a:lnSpc>
              <a:spcBef>
                <a:spcPts val="0"/>
              </a:spcBef>
              <a:spcAft>
                <a:spcPts val="0"/>
              </a:spcAft>
              <a:buClr>
                <a:srgbClr val="FFFFFF"/>
              </a:buClr>
              <a:buSzPts val="5600"/>
              <a:buFont typeface="Gill Sans"/>
              <a:buNone/>
              <a:defRPr sz="5600" b="0" i="0" u="none" strike="noStrike" cap="none">
                <a:solidFill>
                  <a:srgbClr val="FFFFFF"/>
                </a:solidFill>
                <a:latin typeface="Gill Sans"/>
                <a:ea typeface="Gill Sans"/>
                <a:cs typeface="Gill Sans"/>
                <a:sym typeface="Gill Sans"/>
              </a:defRPr>
            </a:lvl1pPr>
            <a:lvl2pPr marR="0" lvl="1" algn="l" rtl="0">
              <a:lnSpc>
                <a:spcPct val="90000"/>
              </a:lnSpc>
              <a:spcBef>
                <a:spcPts val="0"/>
              </a:spcBef>
              <a:spcAft>
                <a:spcPts val="0"/>
              </a:spcAft>
              <a:buClr>
                <a:srgbClr val="FFFFFF"/>
              </a:buClr>
              <a:buSzPts val="5600"/>
              <a:buFont typeface="Gill Sans"/>
              <a:buNone/>
              <a:defRPr sz="5600" b="0" i="0" u="none" strike="noStrike" cap="none">
                <a:solidFill>
                  <a:srgbClr val="FFFFFF"/>
                </a:solidFill>
                <a:latin typeface="Gill Sans"/>
                <a:ea typeface="Gill Sans"/>
                <a:cs typeface="Gill Sans"/>
                <a:sym typeface="Gill Sans"/>
              </a:defRPr>
            </a:lvl2pPr>
            <a:lvl3pPr marR="0" lvl="2" algn="l" rtl="0">
              <a:lnSpc>
                <a:spcPct val="90000"/>
              </a:lnSpc>
              <a:spcBef>
                <a:spcPts val="0"/>
              </a:spcBef>
              <a:spcAft>
                <a:spcPts val="0"/>
              </a:spcAft>
              <a:buClr>
                <a:srgbClr val="FFFFFF"/>
              </a:buClr>
              <a:buSzPts val="5600"/>
              <a:buFont typeface="Gill Sans"/>
              <a:buNone/>
              <a:defRPr sz="5600" b="0" i="0" u="none" strike="noStrike" cap="none">
                <a:solidFill>
                  <a:srgbClr val="FFFFFF"/>
                </a:solidFill>
                <a:latin typeface="Gill Sans"/>
                <a:ea typeface="Gill Sans"/>
                <a:cs typeface="Gill Sans"/>
                <a:sym typeface="Gill Sans"/>
              </a:defRPr>
            </a:lvl3pPr>
            <a:lvl4pPr marR="0" lvl="3" algn="l" rtl="0">
              <a:lnSpc>
                <a:spcPct val="90000"/>
              </a:lnSpc>
              <a:spcBef>
                <a:spcPts val="0"/>
              </a:spcBef>
              <a:spcAft>
                <a:spcPts val="0"/>
              </a:spcAft>
              <a:buClr>
                <a:srgbClr val="FFFFFF"/>
              </a:buClr>
              <a:buSzPts val="5600"/>
              <a:buFont typeface="Gill Sans"/>
              <a:buNone/>
              <a:defRPr sz="5600" b="0" i="0" u="none" strike="noStrike" cap="none">
                <a:solidFill>
                  <a:srgbClr val="FFFFFF"/>
                </a:solidFill>
                <a:latin typeface="Gill Sans"/>
                <a:ea typeface="Gill Sans"/>
                <a:cs typeface="Gill Sans"/>
                <a:sym typeface="Gill Sans"/>
              </a:defRPr>
            </a:lvl4pPr>
            <a:lvl5pPr marR="0" lvl="4" algn="l" rtl="0">
              <a:lnSpc>
                <a:spcPct val="90000"/>
              </a:lnSpc>
              <a:spcBef>
                <a:spcPts val="0"/>
              </a:spcBef>
              <a:spcAft>
                <a:spcPts val="0"/>
              </a:spcAft>
              <a:buClr>
                <a:srgbClr val="FFFFFF"/>
              </a:buClr>
              <a:buSzPts val="5600"/>
              <a:buFont typeface="Gill Sans"/>
              <a:buNone/>
              <a:defRPr sz="5600" b="0" i="0" u="none" strike="noStrike" cap="none">
                <a:solidFill>
                  <a:srgbClr val="FFFFFF"/>
                </a:solidFill>
                <a:latin typeface="Gill Sans"/>
                <a:ea typeface="Gill Sans"/>
                <a:cs typeface="Gill Sans"/>
                <a:sym typeface="Gill Sans"/>
              </a:defRPr>
            </a:lvl5pPr>
            <a:lvl6pPr marR="0" lvl="5" algn="l" rtl="0">
              <a:lnSpc>
                <a:spcPct val="90000"/>
              </a:lnSpc>
              <a:spcBef>
                <a:spcPts val="0"/>
              </a:spcBef>
              <a:spcAft>
                <a:spcPts val="0"/>
              </a:spcAft>
              <a:buClr>
                <a:srgbClr val="FFFFFF"/>
              </a:buClr>
              <a:buSzPts val="5600"/>
              <a:buFont typeface="Gill Sans"/>
              <a:buNone/>
              <a:defRPr sz="5600" b="0" i="0" u="none" strike="noStrike" cap="none">
                <a:solidFill>
                  <a:srgbClr val="FFFFFF"/>
                </a:solidFill>
                <a:latin typeface="Gill Sans"/>
                <a:ea typeface="Gill Sans"/>
                <a:cs typeface="Gill Sans"/>
                <a:sym typeface="Gill Sans"/>
              </a:defRPr>
            </a:lvl6pPr>
            <a:lvl7pPr marR="0" lvl="6" algn="l" rtl="0">
              <a:lnSpc>
                <a:spcPct val="90000"/>
              </a:lnSpc>
              <a:spcBef>
                <a:spcPts val="0"/>
              </a:spcBef>
              <a:spcAft>
                <a:spcPts val="0"/>
              </a:spcAft>
              <a:buClr>
                <a:srgbClr val="FFFFFF"/>
              </a:buClr>
              <a:buSzPts val="5600"/>
              <a:buFont typeface="Gill Sans"/>
              <a:buNone/>
              <a:defRPr sz="5600" b="0" i="0" u="none" strike="noStrike" cap="none">
                <a:solidFill>
                  <a:srgbClr val="FFFFFF"/>
                </a:solidFill>
                <a:latin typeface="Gill Sans"/>
                <a:ea typeface="Gill Sans"/>
                <a:cs typeface="Gill Sans"/>
                <a:sym typeface="Gill Sans"/>
              </a:defRPr>
            </a:lvl7pPr>
            <a:lvl8pPr marR="0" lvl="7" algn="l" rtl="0">
              <a:lnSpc>
                <a:spcPct val="90000"/>
              </a:lnSpc>
              <a:spcBef>
                <a:spcPts val="0"/>
              </a:spcBef>
              <a:spcAft>
                <a:spcPts val="0"/>
              </a:spcAft>
              <a:buClr>
                <a:srgbClr val="FFFFFF"/>
              </a:buClr>
              <a:buSzPts val="5600"/>
              <a:buFont typeface="Gill Sans"/>
              <a:buNone/>
              <a:defRPr sz="5600" b="0" i="0" u="none" strike="noStrike" cap="none">
                <a:solidFill>
                  <a:srgbClr val="FFFFFF"/>
                </a:solidFill>
                <a:latin typeface="Gill Sans"/>
                <a:ea typeface="Gill Sans"/>
                <a:cs typeface="Gill Sans"/>
                <a:sym typeface="Gill Sans"/>
              </a:defRPr>
            </a:lvl8pPr>
            <a:lvl9pPr marR="0" lvl="8" algn="l" rtl="0">
              <a:lnSpc>
                <a:spcPct val="90000"/>
              </a:lnSpc>
              <a:spcBef>
                <a:spcPts val="0"/>
              </a:spcBef>
              <a:spcAft>
                <a:spcPts val="0"/>
              </a:spcAft>
              <a:buClr>
                <a:srgbClr val="FFFFFF"/>
              </a:buClr>
              <a:buSzPts val="5600"/>
              <a:buFont typeface="Gill Sans"/>
              <a:buNone/>
              <a:defRPr sz="5600" b="0" i="0" u="none" strike="noStrike" cap="none">
                <a:solidFill>
                  <a:srgbClr val="FFFFFF"/>
                </a:solidFill>
                <a:latin typeface="Gill Sans"/>
                <a:ea typeface="Gill Sans"/>
                <a:cs typeface="Gill Sans"/>
                <a:sym typeface="Gill Sans"/>
              </a:defRPr>
            </a:lvl9pPr>
          </a:lstStyle>
          <a:p>
            <a:endParaRPr/>
          </a:p>
        </p:txBody>
      </p:sp>
      <p:sp>
        <p:nvSpPr>
          <p:cNvPr id="10" name="Google Shape;10;p28"/>
          <p:cNvSpPr txBox="1">
            <a:spLocks noGrp="1"/>
          </p:cNvSpPr>
          <p:nvPr>
            <p:ph type="body" idx="1"/>
          </p:nvPr>
        </p:nvSpPr>
        <p:spPr>
          <a:xfrm>
            <a:off x="6389945" y="1373584"/>
            <a:ext cx="4426334" cy="7006432"/>
          </a:xfrm>
          <a:prstGeom prst="rect">
            <a:avLst/>
          </a:prstGeom>
          <a:noFill/>
          <a:ln>
            <a:noFill/>
          </a:ln>
        </p:spPr>
        <p:txBody>
          <a:bodyPr spcFirstLastPara="1" wrap="square" lIns="27075" tIns="27075" rIns="27075" bIns="27075" anchor="ctr" anchorCtr="0">
            <a:normAutofit/>
          </a:bodyPr>
          <a:lstStyle>
            <a:lvl1pPr marL="457200" marR="0" lvl="0" indent="-419100" algn="l" rtl="0">
              <a:lnSpc>
                <a:spcPct val="90000"/>
              </a:lnSpc>
              <a:spcBef>
                <a:spcPts val="3000"/>
              </a:spcBef>
              <a:spcAft>
                <a:spcPts val="0"/>
              </a:spcAft>
              <a:buClr>
                <a:srgbClr val="15261B"/>
              </a:buClr>
              <a:buSzPts val="3000"/>
              <a:buFont typeface="Gill Sans"/>
              <a:buAutoNum type="arabicPeriod"/>
              <a:defRPr sz="3000" b="0" i="0" u="none" strike="noStrike" cap="none">
                <a:solidFill>
                  <a:srgbClr val="15261B"/>
                </a:solidFill>
                <a:latin typeface="Gill Sans"/>
                <a:ea typeface="Gill Sans"/>
                <a:cs typeface="Gill Sans"/>
                <a:sym typeface="Gill Sans"/>
              </a:defRPr>
            </a:lvl1pPr>
            <a:lvl2pPr marL="914400" marR="0" lvl="1" indent="-419100" algn="l" rtl="0">
              <a:lnSpc>
                <a:spcPct val="90000"/>
              </a:lnSpc>
              <a:spcBef>
                <a:spcPts val="3000"/>
              </a:spcBef>
              <a:spcAft>
                <a:spcPts val="0"/>
              </a:spcAft>
              <a:buClr>
                <a:srgbClr val="15261B"/>
              </a:buClr>
              <a:buSzPts val="3000"/>
              <a:buFont typeface="Gill Sans"/>
              <a:buAutoNum type="arabicPeriod"/>
              <a:defRPr sz="3000" b="0" i="0" u="none" strike="noStrike" cap="none">
                <a:solidFill>
                  <a:srgbClr val="15261B"/>
                </a:solidFill>
                <a:latin typeface="Gill Sans"/>
                <a:ea typeface="Gill Sans"/>
                <a:cs typeface="Gill Sans"/>
                <a:sym typeface="Gill Sans"/>
              </a:defRPr>
            </a:lvl2pPr>
            <a:lvl3pPr marL="1371600" marR="0" lvl="2" indent="-419100" algn="l" rtl="0">
              <a:lnSpc>
                <a:spcPct val="90000"/>
              </a:lnSpc>
              <a:spcBef>
                <a:spcPts val="3000"/>
              </a:spcBef>
              <a:spcAft>
                <a:spcPts val="0"/>
              </a:spcAft>
              <a:buClr>
                <a:srgbClr val="15261B"/>
              </a:buClr>
              <a:buSzPts val="3000"/>
              <a:buFont typeface="Gill Sans"/>
              <a:buAutoNum type="arabicPeriod"/>
              <a:defRPr sz="3000" b="0" i="0" u="none" strike="noStrike" cap="none">
                <a:solidFill>
                  <a:srgbClr val="15261B"/>
                </a:solidFill>
                <a:latin typeface="Gill Sans"/>
                <a:ea typeface="Gill Sans"/>
                <a:cs typeface="Gill Sans"/>
                <a:sym typeface="Gill Sans"/>
              </a:defRPr>
            </a:lvl3pPr>
            <a:lvl4pPr marL="1828800" marR="0" lvl="3" indent="-419100" algn="l" rtl="0">
              <a:lnSpc>
                <a:spcPct val="90000"/>
              </a:lnSpc>
              <a:spcBef>
                <a:spcPts val="3000"/>
              </a:spcBef>
              <a:spcAft>
                <a:spcPts val="0"/>
              </a:spcAft>
              <a:buClr>
                <a:srgbClr val="15261B"/>
              </a:buClr>
              <a:buSzPts val="3000"/>
              <a:buFont typeface="Gill Sans"/>
              <a:buAutoNum type="arabicPeriod"/>
              <a:defRPr sz="3000" b="0" i="0" u="none" strike="noStrike" cap="none">
                <a:solidFill>
                  <a:srgbClr val="15261B"/>
                </a:solidFill>
                <a:latin typeface="Gill Sans"/>
                <a:ea typeface="Gill Sans"/>
                <a:cs typeface="Gill Sans"/>
                <a:sym typeface="Gill Sans"/>
              </a:defRPr>
            </a:lvl4pPr>
            <a:lvl5pPr marL="2286000" marR="0" lvl="4" indent="-419100" algn="l" rtl="0">
              <a:lnSpc>
                <a:spcPct val="90000"/>
              </a:lnSpc>
              <a:spcBef>
                <a:spcPts val="3000"/>
              </a:spcBef>
              <a:spcAft>
                <a:spcPts val="0"/>
              </a:spcAft>
              <a:buClr>
                <a:srgbClr val="15261B"/>
              </a:buClr>
              <a:buSzPts val="3000"/>
              <a:buFont typeface="Gill Sans"/>
              <a:buAutoNum type="arabicPeriod"/>
              <a:defRPr sz="3000" b="0" i="0" u="none" strike="noStrike" cap="none">
                <a:solidFill>
                  <a:srgbClr val="15261B"/>
                </a:solidFill>
                <a:latin typeface="Gill Sans"/>
                <a:ea typeface="Gill Sans"/>
                <a:cs typeface="Gill Sans"/>
                <a:sym typeface="Gill Sans"/>
              </a:defRPr>
            </a:lvl5pPr>
            <a:lvl6pPr marL="2743200" marR="0" lvl="5" indent="-419100" algn="l" rtl="0">
              <a:lnSpc>
                <a:spcPct val="90000"/>
              </a:lnSpc>
              <a:spcBef>
                <a:spcPts val="3000"/>
              </a:spcBef>
              <a:spcAft>
                <a:spcPts val="0"/>
              </a:spcAft>
              <a:buClr>
                <a:srgbClr val="15261B"/>
              </a:buClr>
              <a:buSzPts val="3000"/>
              <a:buFont typeface="Gill Sans"/>
              <a:buAutoNum type="arabicPeriod"/>
              <a:defRPr sz="3000" b="0" i="0" u="none" strike="noStrike" cap="none">
                <a:solidFill>
                  <a:srgbClr val="15261B"/>
                </a:solidFill>
                <a:latin typeface="Gill Sans"/>
                <a:ea typeface="Gill Sans"/>
                <a:cs typeface="Gill Sans"/>
                <a:sym typeface="Gill Sans"/>
              </a:defRPr>
            </a:lvl6pPr>
            <a:lvl7pPr marL="3200400" marR="0" lvl="6" indent="-419100" algn="l" rtl="0">
              <a:lnSpc>
                <a:spcPct val="90000"/>
              </a:lnSpc>
              <a:spcBef>
                <a:spcPts val="3000"/>
              </a:spcBef>
              <a:spcAft>
                <a:spcPts val="0"/>
              </a:spcAft>
              <a:buClr>
                <a:srgbClr val="15261B"/>
              </a:buClr>
              <a:buSzPts val="3000"/>
              <a:buFont typeface="Gill Sans"/>
              <a:buAutoNum type="arabicPeriod"/>
              <a:defRPr sz="3000" b="0" i="0" u="none" strike="noStrike" cap="none">
                <a:solidFill>
                  <a:srgbClr val="15261B"/>
                </a:solidFill>
                <a:latin typeface="Gill Sans"/>
                <a:ea typeface="Gill Sans"/>
                <a:cs typeface="Gill Sans"/>
                <a:sym typeface="Gill Sans"/>
              </a:defRPr>
            </a:lvl7pPr>
            <a:lvl8pPr marL="3657600" marR="0" lvl="7" indent="-419100" algn="l" rtl="0">
              <a:lnSpc>
                <a:spcPct val="90000"/>
              </a:lnSpc>
              <a:spcBef>
                <a:spcPts val="3000"/>
              </a:spcBef>
              <a:spcAft>
                <a:spcPts val="0"/>
              </a:spcAft>
              <a:buClr>
                <a:srgbClr val="15261B"/>
              </a:buClr>
              <a:buSzPts val="3000"/>
              <a:buFont typeface="Gill Sans"/>
              <a:buAutoNum type="arabicPeriod"/>
              <a:defRPr sz="3000" b="0" i="0" u="none" strike="noStrike" cap="none">
                <a:solidFill>
                  <a:srgbClr val="15261B"/>
                </a:solidFill>
                <a:latin typeface="Gill Sans"/>
                <a:ea typeface="Gill Sans"/>
                <a:cs typeface="Gill Sans"/>
                <a:sym typeface="Gill Sans"/>
              </a:defRPr>
            </a:lvl8pPr>
            <a:lvl9pPr marL="4114800" marR="0" lvl="8" indent="-419100" algn="l" rtl="0">
              <a:lnSpc>
                <a:spcPct val="90000"/>
              </a:lnSpc>
              <a:spcBef>
                <a:spcPts val="3000"/>
              </a:spcBef>
              <a:spcAft>
                <a:spcPts val="0"/>
              </a:spcAft>
              <a:buClr>
                <a:srgbClr val="15261B"/>
              </a:buClr>
              <a:buSzPts val="3000"/>
              <a:buFont typeface="Gill Sans"/>
              <a:buAutoNum type="arabicPeriod"/>
              <a:defRPr sz="3000" b="0" i="0" u="none" strike="noStrike" cap="none">
                <a:solidFill>
                  <a:srgbClr val="15261B"/>
                </a:solidFill>
                <a:latin typeface="Gill Sans"/>
                <a:ea typeface="Gill Sans"/>
                <a:cs typeface="Gill Sans"/>
                <a:sym typeface="Gill Sans"/>
              </a:defRPr>
            </a:lvl9pPr>
          </a:lstStyle>
          <a:p>
            <a:endParaRPr/>
          </a:p>
        </p:txBody>
      </p:sp>
      <p:sp>
        <p:nvSpPr>
          <p:cNvPr id="11" name="Google Shape;11;p28"/>
          <p:cNvSpPr/>
          <p:nvPr/>
        </p:nvSpPr>
        <p:spPr>
          <a:xfrm>
            <a:off x="5627075" y="657621"/>
            <a:ext cx="5952074" cy="8438358"/>
          </a:xfrm>
          <a:prstGeom prst="rect">
            <a:avLst/>
          </a:prstGeom>
          <a:noFill/>
          <a:ln w="12700" cap="flat" cmpd="sng">
            <a:solidFill>
              <a:srgbClr val="438F84"/>
            </a:solidFill>
            <a:prstDash val="solid"/>
            <a:bevel/>
            <a:headEnd type="none" w="sm" len="sm"/>
            <a:tailEnd type="none" w="sm" len="sm"/>
          </a:ln>
        </p:spPr>
        <p:txBody>
          <a:bodyPr spcFirstLastPara="1" wrap="square" lIns="27075" tIns="27075" rIns="27075" bIns="27075" anchor="ctr" anchorCtr="0">
            <a:noAutofit/>
          </a:bodyPr>
          <a:lstStyle/>
          <a:p>
            <a:pPr marL="0" marR="0" lvl="0" indent="0" algn="l" rtl="0">
              <a:lnSpc>
                <a:spcPct val="100000"/>
              </a:lnSpc>
              <a:spcBef>
                <a:spcPts val="0"/>
              </a:spcBef>
              <a:spcAft>
                <a:spcPts val="0"/>
              </a:spcAft>
              <a:buClr>
                <a:srgbClr val="15261B"/>
              </a:buClr>
              <a:buSzPts val="2800"/>
              <a:buFont typeface="Gill Sans"/>
              <a:buNone/>
            </a:pPr>
            <a:endParaRPr sz="2800" b="0" i="0" u="none" strike="noStrike" cap="none">
              <a:solidFill>
                <a:srgbClr val="15261B"/>
              </a:solidFill>
              <a:latin typeface="Gill Sans"/>
              <a:ea typeface="Gill Sans"/>
              <a:cs typeface="Gill Sans"/>
              <a:sym typeface="Gill Sans"/>
            </a:endParaRPr>
          </a:p>
        </p:txBody>
      </p:sp>
      <p:sp>
        <p:nvSpPr>
          <p:cNvPr id="12" name="Google Shape;12;p28"/>
          <p:cNvSpPr txBox="1">
            <a:spLocks noGrp="1"/>
          </p:cNvSpPr>
          <p:nvPr>
            <p:ph type="sldNum" idx="12"/>
          </p:nvPr>
        </p:nvSpPr>
        <p:spPr>
          <a:xfrm>
            <a:off x="10250549" y="813792"/>
            <a:ext cx="1110041" cy="739987"/>
          </a:xfrm>
          <a:prstGeom prst="rect">
            <a:avLst/>
          </a:prstGeom>
          <a:noFill/>
          <a:ln>
            <a:noFill/>
          </a:ln>
        </p:spPr>
        <p:txBody>
          <a:bodyPr spcFirstLastPara="1" wrap="square" lIns="27075" tIns="27075" rIns="27075" bIns="27075" anchor="b" anchorCtr="0">
            <a:spAutoFit/>
          </a:bodyPr>
          <a:lstStyle>
            <a:lvl1pPr marL="0" marR="0" lvl="0" indent="0" algn="r" rtl="0">
              <a:lnSpc>
                <a:spcPct val="100000"/>
              </a:lnSpc>
              <a:spcBef>
                <a:spcPts val="0"/>
              </a:spcBef>
              <a:spcAft>
                <a:spcPts val="0"/>
              </a:spcAft>
              <a:buClr>
                <a:srgbClr val="438F84"/>
              </a:buClr>
              <a:buSzPts val="4800"/>
              <a:buFont typeface="Gill Sans"/>
              <a:buNone/>
              <a:defRPr sz="4800" b="0" i="0" u="none" strike="noStrike" cap="none">
                <a:solidFill>
                  <a:srgbClr val="438F84"/>
                </a:solidFill>
                <a:latin typeface="Gill Sans"/>
                <a:ea typeface="Gill Sans"/>
                <a:cs typeface="Gill Sans"/>
                <a:sym typeface="Gill Sans"/>
              </a:defRPr>
            </a:lvl1pPr>
            <a:lvl2pPr marL="0" marR="0" lvl="1" indent="0" algn="r" rtl="0">
              <a:lnSpc>
                <a:spcPct val="100000"/>
              </a:lnSpc>
              <a:spcBef>
                <a:spcPts val="0"/>
              </a:spcBef>
              <a:spcAft>
                <a:spcPts val="0"/>
              </a:spcAft>
              <a:buClr>
                <a:srgbClr val="438F84"/>
              </a:buClr>
              <a:buSzPts val="4800"/>
              <a:buFont typeface="Gill Sans"/>
              <a:buNone/>
              <a:defRPr sz="4800" b="0" i="0" u="none" strike="noStrike" cap="none">
                <a:solidFill>
                  <a:srgbClr val="438F84"/>
                </a:solidFill>
                <a:latin typeface="Gill Sans"/>
                <a:ea typeface="Gill Sans"/>
                <a:cs typeface="Gill Sans"/>
                <a:sym typeface="Gill Sans"/>
              </a:defRPr>
            </a:lvl2pPr>
            <a:lvl3pPr marL="0" marR="0" lvl="2" indent="0" algn="r" rtl="0">
              <a:lnSpc>
                <a:spcPct val="100000"/>
              </a:lnSpc>
              <a:spcBef>
                <a:spcPts val="0"/>
              </a:spcBef>
              <a:spcAft>
                <a:spcPts val="0"/>
              </a:spcAft>
              <a:buClr>
                <a:srgbClr val="438F84"/>
              </a:buClr>
              <a:buSzPts val="4800"/>
              <a:buFont typeface="Gill Sans"/>
              <a:buNone/>
              <a:defRPr sz="4800" b="0" i="0" u="none" strike="noStrike" cap="none">
                <a:solidFill>
                  <a:srgbClr val="438F84"/>
                </a:solidFill>
                <a:latin typeface="Gill Sans"/>
                <a:ea typeface="Gill Sans"/>
                <a:cs typeface="Gill Sans"/>
                <a:sym typeface="Gill Sans"/>
              </a:defRPr>
            </a:lvl3pPr>
            <a:lvl4pPr marL="0" marR="0" lvl="3" indent="0" algn="r" rtl="0">
              <a:lnSpc>
                <a:spcPct val="100000"/>
              </a:lnSpc>
              <a:spcBef>
                <a:spcPts val="0"/>
              </a:spcBef>
              <a:spcAft>
                <a:spcPts val="0"/>
              </a:spcAft>
              <a:buClr>
                <a:srgbClr val="438F84"/>
              </a:buClr>
              <a:buSzPts val="4800"/>
              <a:buFont typeface="Gill Sans"/>
              <a:buNone/>
              <a:defRPr sz="4800" b="0" i="0" u="none" strike="noStrike" cap="none">
                <a:solidFill>
                  <a:srgbClr val="438F84"/>
                </a:solidFill>
                <a:latin typeface="Gill Sans"/>
                <a:ea typeface="Gill Sans"/>
                <a:cs typeface="Gill Sans"/>
                <a:sym typeface="Gill Sans"/>
              </a:defRPr>
            </a:lvl4pPr>
            <a:lvl5pPr marL="0" marR="0" lvl="4" indent="0" algn="r" rtl="0">
              <a:lnSpc>
                <a:spcPct val="100000"/>
              </a:lnSpc>
              <a:spcBef>
                <a:spcPts val="0"/>
              </a:spcBef>
              <a:spcAft>
                <a:spcPts val="0"/>
              </a:spcAft>
              <a:buClr>
                <a:srgbClr val="438F84"/>
              </a:buClr>
              <a:buSzPts val="4800"/>
              <a:buFont typeface="Gill Sans"/>
              <a:buNone/>
              <a:defRPr sz="4800" b="0" i="0" u="none" strike="noStrike" cap="none">
                <a:solidFill>
                  <a:srgbClr val="438F84"/>
                </a:solidFill>
                <a:latin typeface="Gill Sans"/>
                <a:ea typeface="Gill Sans"/>
                <a:cs typeface="Gill Sans"/>
                <a:sym typeface="Gill Sans"/>
              </a:defRPr>
            </a:lvl5pPr>
            <a:lvl6pPr marL="0" marR="0" lvl="5" indent="0" algn="r" rtl="0">
              <a:lnSpc>
                <a:spcPct val="100000"/>
              </a:lnSpc>
              <a:spcBef>
                <a:spcPts val="0"/>
              </a:spcBef>
              <a:spcAft>
                <a:spcPts val="0"/>
              </a:spcAft>
              <a:buClr>
                <a:srgbClr val="438F84"/>
              </a:buClr>
              <a:buSzPts val="4800"/>
              <a:buFont typeface="Gill Sans"/>
              <a:buNone/>
              <a:defRPr sz="4800" b="0" i="0" u="none" strike="noStrike" cap="none">
                <a:solidFill>
                  <a:srgbClr val="438F84"/>
                </a:solidFill>
                <a:latin typeface="Gill Sans"/>
                <a:ea typeface="Gill Sans"/>
                <a:cs typeface="Gill Sans"/>
                <a:sym typeface="Gill Sans"/>
              </a:defRPr>
            </a:lvl6pPr>
            <a:lvl7pPr marL="0" marR="0" lvl="6" indent="0" algn="r" rtl="0">
              <a:lnSpc>
                <a:spcPct val="100000"/>
              </a:lnSpc>
              <a:spcBef>
                <a:spcPts val="0"/>
              </a:spcBef>
              <a:spcAft>
                <a:spcPts val="0"/>
              </a:spcAft>
              <a:buClr>
                <a:srgbClr val="438F84"/>
              </a:buClr>
              <a:buSzPts val="4800"/>
              <a:buFont typeface="Gill Sans"/>
              <a:buNone/>
              <a:defRPr sz="4800" b="0" i="0" u="none" strike="noStrike" cap="none">
                <a:solidFill>
                  <a:srgbClr val="438F84"/>
                </a:solidFill>
                <a:latin typeface="Gill Sans"/>
                <a:ea typeface="Gill Sans"/>
                <a:cs typeface="Gill Sans"/>
                <a:sym typeface="Gill Sans"/>
              </a:defRPr>
            </a:lvl7pPr>
            <a:lvl8pPr marL="0" marR="0" lvl="7" indent="0" algn="r" rtl="0">
              <a:lnSpc>
                <a:spcPct val="100000"/>
              </a:lnSpc>
              <a:spcBef>
                <a:spcPts val="0"/>
              </a:spcBef>
              <a:spcAft>
                <a:spcPts val="0"/>
              </a:spcAft>
              <a:buClr>
                <a:srgbClr val="438F84"/>
              </a:buClr>
              <a:buSzPts val="4800"/>
              <a:buFont typeface="Gill Sans"/>
              <a:buNone/>
              <a:defRPr sz="4800" b="0" i="0" u="none" strike="noStrike" cap="none">
                <a:solidFill>
                  <a:srgbClr val="438F84"/>
                </a:solidFill>
                <a:latin typeface="Gill Sans"/>
                <a:ea typeface="Gill Sans"/>
                <a:cs typeface="Gill Sans"/>
                <a:sym typeface="Gill Sans"/>
              </a:defRPr>
            </a:lvl8pPr>
            <a:lvl9pPr marL="0" marR="0" lvl="8" indent="0" algn="r" rtl="0">
              <a:lnSpc>
                <a:spcPct val="100000"/>
              </a:lnSpc>
              <a:spcBef>
                <a:spcPts val="0"/>
              </a:spcBef>
              <a:spcAft>
                <a:spcPts val="0"/>
              </a:spcAft>
              <a:buClr>
                <a:srgbClr val="438F84"/>
              </a:buClr>
              <a:buSzPts val="4800"/>
              <a:buFont typeface="Gill Sans"/>
              <a:buNone/>
              <a:defRPr sz="4800" b="0" i="0" u="none" strike="noStrike" cap="none">
                <a:solidFill>
                  <a:srgbClr val="438F84"/>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unesco.org/en/articles/towards-world-atlas-language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iso.org/standard/74575.html#:~:text=This%20document%20specifies%20the%20ISO,well%20as%20language%20reference%20nam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ethnologue.com/ethnoblog/welcome-29th-edition/"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tierravivaai/linguistic_diversit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pic>
        <p:nvPicPr>
          <p:cNvPr id="10" name="Picture 9">
            <a:extLst>
              <a:ext uri="{FF2B5EF4-FFF2-40B4-BE49-F238E27FC236}">
                <a16:creationId xmlns:a16="http://schemas.microsoft.com/office/drawing/2014/main" id="{4AA276A3-F9B4-C361-338D-8BFA2092DBB1}"/>
              </a:ext>
            </a:extLst>
          </p:cNvPr>
          <p:cNvPicPr>
            <a:picLocks noChangeAspect="1"/>
          </p:cNvPicPr>
          <p:nvPr/>
        </p:nvPicPr>
        <p:blipFill>
          <a:blip r:embed="rId3"/>
          <a:srcRect l="7957" t="7013" b="33383"/>
          <a:stretch>
            <a:fillRect/>
          </a:stretch>
        </p:blipFill>
        <p:spPr>
          <a:xfrm>
            <a:off x="-1" y="647921"/>
            <a:ext cx="12751517" cy="5883508"/>
          </a:xfrm>
          <a:prstGeom prst="rect">
            <a:avLst/>
          </a:prstGeom>
          <a:noFill/>
          <a:ln>
            <a:noFill/>
          </a:ln>
        </p:spPr>
      </p:pic>
      <p:sp>
        <p:nvSpPr>
          <p:cNvPr id="595" name="Google Shape;595;p1"/>
          <p:cNvSpPr txBox="1">
            <a:spLocks noGrp="1"/>
          </p:cNvSpPr>
          <p:nvPr>
            <p:ph type="title"/>
          </p:nvPr>
        </p:nvSpPr>
        <p:spPr>
          <a:xfrm>
            <a:off x="1034691" y="7125508"/>
            <a:ext cx="8349931" cy="1504142"/>
          </a:xfrm>
        </p:spPr>
        <p:txBody>
          <a:bodyPr spcFirstLastPara="1" wrap="square" lIns="27075" tIns="27075" rIns="27075" bIns="27075" anchor="t" anchorCtr="0">
            <a:normAutofit fontScale="90000"/>
          </a:bodyPr>
          <a:lstStyle/>
          <a:p>
            <a:pPr marL="0" marR="0" lvl="0" indent="0" rtl="0">
              <a:lnSpc>
                <a:spcPct val="100000"/>
              </a:lnSpc>
              <a:spcBef>
                <a:spcPts val="0"/>
              </a:spcBef>
              <a:spcAft>
                <a:spcPts val="0"/>
              </a:spcAft>
              <a:buClr>
                <a:srgbClr val="79CABF"/>
              </a:buClr>
              <a:buSzPts val="5600"/>
              <a:buFont typeface="Gill Sans"/>
              <a:buNone/>
              <a:defRPr>
                <a:latin typeface="Century Gothic"/>
              </a:defRPr>
            </a:pPr>
            <a:r>
              <a:rPr lang="en-GB" sz="5400" b="1" dirty="0">
                <a:latin typeface="Century Gothic" panose="02050604050505020204" pitchFamily="18" charset="0"/>
                <a:cs typeface="Calibri" panose="020F0502020204030204" pitchFamily="34" charset="0"/>
              </a:rPr>
              <a:t>Linguistic Diversity [DRAFT] </a:t>
            </a:r>
            <a:br>
              <a:rPr lang="en-GB" sz="5400" b="1" dirty="0">
                <a:latin typeface="Century Gothic" panose="02050604050505020204" pitchFamily="18" charset="0"/>
                <a:cs typeface="Calibri" panose="020F0502020204030204" pitchFamily="34" charset="0"/>
              </a:rPr>
            </a:br>
            <a:br>
              <a:rPr lang="en-GB" sz="1800" dirty="0">
                <a:latin typeface="Century Gothic" panose="02050604050505020204" pitchFamily="18" charset="0"/>
                <a:cs typeface="Calibri" panose="020F0502020204030204" pitchFamily="34" charset="0"/>
              </a:rPr>
            </a:br>
            <a:br>
              <a:rPr lang="en-GB" sz="2700" dirty="0"/>
            </a:br>
            <a:endParaRPr lang="en-GB" sz="2700" dirty="0"/>
          </a:p>
        </p:txBody>
      </p:sp>
      <p:sp>
        <p:nvSpPr>
          <p:cNvPr id="601" name="Text Placeholder 3">
            <a:extLst>
              <a:ext uri="{FF2B5EF4-FFF2-40B4-BE49-F238E27FC236}">
                <a16:creationId xmlns:a16="http://schemas.microsoft.com/office/drawing/2014/main" id="{C4E78747-4925-45D9-451D-F3B0C19A14C9}"/>
              </a:ext>
            </a:extLst>
          </p:cNvPr>
          <p:cNvSpPr>
            <a:spLocks noGrp="1"/>
          </p:cNvSpPr>
          <p:nvPr>
            <p:ph type="body" idx="1"/>
          </p:nvPr>
        </p:nvSpPr>
        <p:spPr>
          <a:xfrm>
            <a:off x="435619" y="6441012"/>
            <a:ext cx="7343512" cy="774914"/>
          </a:xfrm>
        </p:spPr>
        <p:txBody>
          <a:bodyPr wrap="square">
            <a:normAutofit/>
          </a:bodyPr>
          <a:lstStyle/>
          <a:p>
            <a:pPr>
              <a:lnSpc>
                <a:spcPct val="100000"/>
              </a:lnSpc>
              <a:spcBef>
                <a:spcPts val="0"/>
              </a:spcBef>
              <a:spcAft>
                <a:spcPts val="600"/>
              </a:spcAft>
              <a:defRPr>
                <a:latin typeface="Century Gothic"/>
              </a:defRPr>
            </a:pPr>
            <a:r>
              <a:rPr lang="en-US" sz="1200" dirty="0">
                <a:solidFill>
                  <a:schemeClr val="tx1"/>
                </a:solidFill>
                <a:latin typeface="Century Gothic"/>
              </a:rPr>
              <a:t>Source: </a:t>
            </a:r>
            <a:r>
              <a:rPr lang="en-US" sz="1200" dirty="0" err="1">
                <a:solidFill>
                  <a:schemeClr val="tx1"/>
                </a:solidFill>
                <a:latin typeface="Century Gothic"/>
              </a:rPr>
              <a:t>Glottolog</a:t>
            </a:r>
            <a:r>
              <a:rPr lang="en-US" sz="1200" dirty="0">
                <a:solidFill>
                  <a:schemeClr val="tx1"/>
                </a:solidFill>
                <a:latin typeface="Century Gothic"/>
              </a:rPr>
              <a:t> 5.3 language data overlaid on Ecoregions (Olsen, 2001) data</a:t>
            </a:r>
          </a:p>
        </p:txBody>
      </p:sp>
      <p:sp>
        <p:nvSpPr>
          <p:cNvPr id="2" name="TextBox 1">
            <a:extLst>
              <a:ext uri="{FF2B5EF4-FFF2-40B4-BE49-F238E27FC236}">
                <a16:creationId xmlns:a16="http://schemas.microsoft.com/office/drawing/2014/main" id="{6960FBD3-70E4-4AAB-E911-DD08A3FAB0D8}"/>
              </a:ext>
            </a:extLst>
          </p:cNvPr>
          <p:cNvSpPr txBox="1"/>
          <p:nvPr/>
        </p:nvSpPr>
        <p:spPr>
          <a:xfrm>
            <a:off x="1034690" y="8106430"/>
            <a:ext cx="3308709" cy="338554"/>
          </a:xfrm>
          <a:prstGeom prst="rect">
            <a:avLst/>
          </a:prstGeom>
          <a:noFill/>
        </p:spPr>
        <p:txBody>
          <a:bodyPr wrap="square" rtlCol="0">
            <a:spAutoFit/>
          </a:bodyPr>
          <a:lstStyle/>
          <a:p>
            <a:r>
              <a:rPr lang="en-GB" sz="1600" dirty="0">
                <a:solidFill>
                  <a:schemeClr val="accent1">
                    <a:lumMod val="40000"/>
                    <a:lumOff val="60000"/>
                  </a:schemeClr>
                </a:solidFill>
                <a:latin typeface="Century Gothic" panose="02050604050505020204" pitchFamily="18" charset="0"/>
                <a:cs typeface="Calibri" panose="020F0502020204030204" pitchFamily="34" charset="0"/>
              </a:rPr>
              <a:t>Jasmine Kindness, </a:t>
            </a:r>
            <a:r>
              <a:rPr lang="en-GB" sz="1600" dirty="0" err="1">
                <a:solidFill>
                  <a:schemeClr val="accent1">
                    <a:lumMod val="40000"/>
                    <a:lumOff val="60000"/>
                  </a:schemeClr>
                </a:solidFill>
                <a:latin typeface="Century Gothic" panose="02050604050505020204" pitchFamily="18" charset="0"/>
                <a:cs typeface="Calibri" panose="020F0502020204030204" pitchFamily="34" charset="0"/>
              </a:rPr>
              <a:t>TierraViva</a:t>
            </a:r>
            <a:r>
              <a:rPr lang="en-GB" sz="1600" dirty="0">
                <a:solidFill>
                  <a:schemeClr val="accent1">
                    <a:lumMod val="40000"/>
                    <a:lumOff val="60000"/>
                  </a:schemeClr>
                </a:solidFill>
                <a:latin typeface="Century Gothic" panose="02050604050505020204" pitchFamily="18" charset="0"/>
                <a:cs typeface="Calibri" panose="020F0502020204030204" pitchFamily="34" charset="0"/>
              </a:rPr>
              <a:t> AI</a:t>
            </a:r>
            <a:endParaRPr lang="en-GB"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0">
          <a:extLst>
            <a:ext uri="{FF2B5EF4-FFF2-40B4-BE49-F238E27FC236}">
              <a16:creationId xmlns:a16="http://schemas.microsoft.com/office/drawing/2014/main" id="{35B73D01-0326-59F6-A27F-9A2FE747CFDD}"/>
            </a:ext>
          </a:extLst>
        </p:cNvPr>
        <p:cNvGrpSpPr/>
        <p:nvPr/>
      </p:nvGrpSpPr>
      <p:grpSpPr>
        <a:xfrm>
          <a:off x="0" y="0"/>
          <a:ext cx="0" cy="0"/>
          <a:chOff x="0" y="0"/>
          <a:chExt cx="0" cy="0"/>
        </a:xfrm>
      </p:grpSpPr>
      <p:sp>
        <p:nvSpPr>
          <p:cNvPr id="601" name="Google Shape;601;p2">
            <a:extLst>
              <a:ext uri="{FF2B5EF4-FFF2-40B4-BE49-F238E27FC236}">
                <a16:creationId xmlns:a16="http://schemas.microsoft.com/office/drawing/2014/main" id="{F9AE903F-8E17-867A-8216-79508E532A3E}"/>
              </a:ext>
            </a:extLst>
          </p:cNvPr>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fontScale="90000"/>
          </a:bodyPr>
          <a:lstStyle/>
          <a:p>
            <a:pPr marL="0" lvl="0" indent="0" algn="l" rtl="0">
              <a:lnSpc>
                <a:spcPct val="100000"/>
              </a:lnSpc>
              <a:spcBef>
                <a:spcPts val="0"/>
              </a:spcBef>
              <a:spcAft>
                <a:spcPts val="600"/>
              </a:spcAft>
              <a:buClr>
                <a:srgbClr val="FFFFFF"/>
              </a:buClr>
              <a:buSzPts val="5600"/>
              <a:buFont typeface="Gill Sans"/>
              <a:buNone/>
              <a:defRPr>
                <a:latin typeface="Century Gothic"/>
              </a:defRPr>
            </a:pPr>
            <a:r>
              <a:rPr lang="en-GB" b="1" dirty="0">
                <a:latin typeface="Century Gothic" panose="020B0004020202020204" pitchFamily="34" charset="0"/>
              </a:rPr>
              <a:t>What is Linguistic Diversity?</a:t>
            </a:r>
            <a:endParaRPr b="1" dirty="0">
              <a:latin typeface="Aptos" panose="020B0004020202020204" pitchFamily="34" charset="0"/>
            </a:endParaRPr>
          </a:p>
        </p:txBody>
      </p:sp>
      <p:sp>
        <p:nvSpPr>
          <p:cNvPr id="602" name="Google Shape;602;p2">
            <a:extLst>
              <a:ext uri="{FF2B5EF4-FFF2-40B4-BE49-F238E27FC236}">
                <a16:creationId xmlns:a16="http://schemas.microsoft.com/office/drawing/2014/main" id="{FB1263B4-7103-63A3-E3FE-D0AAC73DA787}"/>
              </a:ext>
            </a:extLst>
          </p:cNvPr>
          <p:cNvSpPr txBox="1">
            <a:spLocks noGrp="1"/>
          </p:cNvSpPr>
          <p:nvPr>
            <p:ph type="body" idx="1"/>
          </p:nvPr>
        </p:nvSpPr>
        <p:spPr>
          <a:xfrm>
            <a:off x="1034691" y="3282702"/>
            <a:ext cx="10757259" cy="5255454"/>
          </a:xfrm>
          <a:prstGeom prst="rect">
            <a:avLst/>
          </a:prstGeom>
          <a:noFill/>
          <a:ln>
            <a:noFill/>
          </a:ln>
        </p:spPr>
        <p:txBody>
          <a:bodyPr spcFirstLastPara="1" wrap="square" lIns="27075" tIns="27075" rIns="27075" bIns="27075" anchor="ctr" anchorCtr="0">
            <a:noAutofit/>
          </a:bodyPr>
          <a:lstStyle/>
          <a:p>
            <a:pPr indent="-457200">
              <a:lnSpc>
                <a:spcPct val="120000"/>
              </a:lnSpc>
              <a:spcBef>
                <a:spcPts val="1200"/>
              </a:spcBef>
              <a:spcAft>
                <a:spcPts val="600"/>
              </a:spcAft>
              <a:buSzPts val="2600"/>
              <a:defRPr>
                <a:latin typeface="Century Gothic"/>
              </a:defRPr>
            </a:pPr>
            <a:r>
              <a:rPr lang="en-GB" sz="2200" dirty="0">
                <a:latin typeface="Century Gothic" panose="020B0502020202020204" pitchFamily="34" charset="0"/>
                <a:cs typeface="Lucida Sans Unicode" panose="020B0602030504020204" pitchFamily="34" charset="0"/>
              </a:rPr>
              <a:t>Linguistic diversity refers to the presence and variety of different languages and language varieties within a geographical area </a:t>
            </a:r>
          </a:p>
          <a:p>
            <a:pPr indent="-457200">
              <a:lnSpc>
                <a:spcPct val="120000"/>
              </a:lnSpc>
              <a:spcBef>
                <a:spcPts val="1200"/>
              </a:spcBef>
              <a:spcAft>
                <a:spcPts val="600"/>
              </a:spcAft>
              <a:buSzPts val="2600"/>
              <a:defRPr>
                <a:latin typeface="Century Gothic"/>
              </a:defRPr>
            </a:pPr>
            <a:r>
              <a:rPr sz="2200" dirty="0">
                <a:latin typeface="Century Gothic" panose="020B0502020202020204" pitchFamily="34" charset="0"/>
                <a:cs typeface="Lucida Sans Unicode" panose="020B0602030504020204" pitchFamily="34" charset="0"/>
              </a:rPr>
              <a:t>Recent estimates place the number of languages spoken globally between 7,000 (Boissonneault &amp; </a:t>
            </a:r>
            <a:r>
              <a:rPr sz="2200" dirty="0" err="1">
                <a:latin typeface="Century Gothic" panose="020B0502020202020204" pitchFamily="34" charset="0"/>
                <a:cs typeface="Lucida Sans Unicode" panose="020B0602030504020204" pitchFamily="34" charset="0"/>
              </a:rPr>
              <a:t>Hammarström</a:t>
            </a:r>
            <a:r>
              <a:rPr sz="2200" dirty="0">
                <a:latin typeface="Century Gothic" panose="020B0502020202020204" pitchFamily="34" charset="0"/>
                <a:cs typeface="Lucida Sans Unicode" panose="020B0602030504020204" pitchFamily="34" charset="0"/>
              </a:rPr>
              <a:t>, 2026) and 7,</a:t>
            </a:r>
            <a:r>
              <a:rPr lang="en-GB" sz="2200" dirty="0">
                <a:latin typeface="Century Gothic" panose="020B0502020202020204" pitchFamily="34" charset="0"/>
                <a:cs typeface="Lucida Sans Unicode" panose="020B0602030504020204" pitchFamily="34" charset="0"/>
              </a:rPr>
              <a:t>700</a:t>
            </a:r>
            <a:r>
              <a:rPr sz="2200" dirty="0">
                <a:latin typeface="Century Gothic" panose="020B0502020202020204" pitchFamily="34" charset="0"/>
                <a:cs typeface="Lucida Sans Unicode" panose="020B0602030504020204" pitchFamily="34" charset="0"/>
              </a:rPr>
              <a:t> (</a:t>
            </a:r>
            <a:r>
              <a:rPr sz="2200" dirty="0" err="1">
                <a:latin typeface="Century Gothic" panose="020B0502020202020204" pitchFamily="34" charset="0"/>
                <a:cs typeface="Lucida Sans Unicode" panose="020B0602030504020204" pitchFamily="34" charset="0"/>
              </a:rPr>
              <a:t>Glottolog</a:t>
            </a:r>
            <a:r>
              <a:rPr sz="2200" dirty="0">
                <a:latin typeface="Century Gothic" panose="020B0502020202020204" pitchFamily="34" charset="0"/>
                <a:cs typeface="Lucida Sans Unicode" panose="020B0602030504020204" pitchFamily="34" charset="0"/>
              </a:rPr>
              <a:t> 5.3, 2026)</a:t>
            </a:r>
            <a:r>
              <a:rPr lang="en-GB" sz="2200" dirty="0">
                <a:latin typeface="Century Gothic" panose="020B0502020202020204" pitchFamily="34" charset="0"/>
                <a:cs typeface="Lucida Sans Unicode" panose="020B0602030504020204" pitchFamily="34" charset="0"/>
              </a:rPr>
              <a:t> </a:t>
            </a:r>
            <a:endParaRPr sz="2200" dirty="0">
              <a:latin typeface="Century Gothic" panose="020B0502020202020204" pitchFamily="34" charset="0"/>
              <a:cs typeface="Lucida Sans Unicode" panose="020B0602030504020204" pitchFamily="34" charset="0"/>
            </a:endParaRPr>
          </a:p>
          <a:p>
            <a:pPr indent="-457200">
              <a:lnSpc>
                <a:spcPct val="120000"/>
              </a:lnSpc>
              <a:spcBef>
                <a:spcPts val="1200"/>
              </a:spcBef>
              <a:spcAft>
                <a:spcPts val="600"/>
              </a:spcAft>
              <a:buSzPts val="2600"/>
              <a:defRPr>
                <a:latin typeface="Century Gothic"/>
              </a:defRPr>
            </a:pPr>
            <a:r>
              <a:rPr lang="en-GB" sz="2200" dirty="0">
                <a:latin typeface="Century Gothic" panose="020B0502020202020204" pitchFamily="34" charset="0"/>
                <a:cs typeface="Lucida Sans Unicode" panose="020B0602030504020204" pitchFamily="34" charset="0"/>
              </a:rPr>
              <a:t>However linguistic diversity is</a:t>
            </a:r>
            <a:r>
              <a:rPr lang="en-GB" sz="2200" i="1" dirty="0">
                <a:latin typeface="Century Gothic" panose="020B0502020202020204" pitchFamily="34" charset="0"/>
                <a:cs typeface="Lucida Sans Unicode" panose="020B0602030504020204" pitchFamily="34" charset="0"/>
              </a:rPr>
              <a:t> declining</a:t>
            </a:r>
            <a:endParaRPr lang="en-GB" sz="2200" dirty="0">
              <a:latin typeface="Century Gothic" panose="020B0502020202020204" pitchFamily="34" charset="0"/>
              <a:cs typeface="Lucida Sans Unicode" panose="020B0602030504020204" pitchFamily="34" charset="0"/>
            </a:endParaRPr>
          </a:p>
          <a:p>
            <a:pPr indent="-457200">
              <a:lnSpc>
                <a:spcPct val="120000"/>
              </a:lnSpc>
              <a:spcBef>
                <a:spcPts val="1200"/>
              </a:spcBef>
              <a:spcAft>
                <a:spcPts val="600"/>
              </a:spcAft>
              <a:buSzPts val="2600"/>
              <a:defRPr>
                <a:latin typeface="Century Gothic"/>
              </a:defRPr>
            </a:pPr>
            <a:r>
              <a:rPr lang="en-GB" sz="2200" dirty="0">
                <a:latin typeface="Century Gothic" panose="020B0502020202020204" pitchFamily="34" charset="0"/>
                <a:cs typeface="Lucida Sans Unicode" panose="020B0602030504020204" pitchFamily="34" charset="0"/>
              </a:rPr>
              <a:t>Approximately half of languages are ‘endangered’ with a language lost every 1-3 months. </a:t>
            </a:r>
          </a:p>
          <a:p>
            <a:pPr indent="-457200">
              <a:lnSpc>
                <a:spcPct val="120000"/>
              </a:lnSpc>
              <a:spcBef>
                <a:spcPts val="1200"/>
              </a:spcBef>
              <a:spcAft>
                <a:spcPts val="600"/>
              </a:spcAft>
              <a:buSzPts val="2600"/>
              <a:defRPr>
                <a:latin typeface="Century Gothic"/>
              </a:defRPr>
            </a:pPr>
            <a:r>
              <a:rPr lang="en-GB" sz="2200" dirty="0">
                <a:latin typeface="Century Gothic" panose="020B0502020202020204" pitchFamily="34" charset="0"/>
                <a:cs typeface="Lucida Sans Unicode" panose="020B0602030504020204" pitchFamily="34" charset="0"/>
              </a:rPr>
              <a:t>Most endangered languages are estimated to have 10,000 speakers or less (</a:t>
            </a:r>
            <a:r>
              <a:rPr lang="en-GB" sz="2200" dirty="0">
                <a:latin typeface="Century Gothic" panose="020B0502020202020204" pitchFamily="34" charset="0"/>
                <a:cs typeface="Lucida Sans Unicode" panose="020B0602030504020204" pitchFamily="34" charset="0"/>
                <a:hlinkClick r:id="rId3"/>
              </a:rPr>
              <a:t>UNESCO</a:t>
            </a:r>
            <a:r>
              <a:rPr lang="en-GB" sz="2200" dirty="0">
                <a:latin typeface="Century Gothic" panose="020B0502020202020204" pitchFamily="34" charset="0"/>
                <a:cs typeface="Lucida Sans Unicode" panose="020B0602030504020204" pitchFamily="34" charset="0"/>
              </a:rPr>
              <a:t>)</a:t>
            </a:r>
          </a:p>
          <a:p>
            <a:pPr indent="-457200">
              <a:lnSpc>
                <a:spcPct val="120000"/>
              </a:lnSpc>
              <a:spcBef>
                <a:spcPts val="1200"/>
              </a:spcBef>
              <a:spcAft>
                <a:spcPts val="600"/>
              </a:spcAft>
              <a:buSzPts val="2600"/>
              <a:defRPr>
                <a:latin typeface="Century Gothic"/>
              </a:defRPr>
            </a:pPr>
            <a:r>
              <a:rPr sz="2200" dirty="0">
                <a:latin typeface="Century Gothic" panose="020B0502020202020204" pitchFamily="34" charset="0"/>
                <a:cs typeface="Lucida Sans Unicode" panose="020B0602030504020204" pitchFamily="34" charset="0"/>
              </a:rPr>
              <a:t>The rate of language loss is expected to increase (Bromham et al., 2022)</a:t>
            </a:r>
            <a:endParaRPr lang="en-GB" sz="2200" dirty="0">
              <a:latin typeface="Aptos" panose="020B0004020202020204" pitchFamily="34" charset="0"/>
              <a:cs typeface="Lucida Sans Unicode" panose="020B0602030504020204" pitchFamily="34" charset="0"/>
            </a:endParaRPr>
          </a:p>
        </p:txBody>
      </p:sp>
      <p:sp>
        <p:nvSpPr>
          <p:cNvPr id="3" name="TextBox 2">
            <a:extLst>
              <a:ext uri="{FF2B5EF4-FFF2-40B4-BE49-F238E27FC236}">
                <a16:creationId xmlns:a16="http://schemas.microsoft.com/office/drawing/2014/main" id="{228CE380-FF15-ABBF-799A-18D16A3487C5}"/>
              </a:ext>
            </a:extLst>
          </p:cNvPr>
          <p:cNvSpPr txBox="1"/>
          <p:nvPr/>
        </p:nvSpPr>
        <p:spPr>
          <a:xfrm>
            <a:off x="1442631" y="8647306"/>
            <a:ext cx="9105900" cy="276999"/>
          </a:xfrm>
          <a:prstGeom prst="rect">
            <a:avLst/>
          </a:prstGeom>
          <a:noFill/>
        </p:spPr>
        <p:txBody>
          <a:bodyPr wrap="square" rtlCol="0">
            <a:spAutoFit/>
          </a:bodyPr>
          <a:lstStyle/>
          <a:p>
            <a:pPr marL="50800">
              <a:lnSpc>
                <a:spcPct val="100000"/>
              </a:lnSpc>
              <a:spcBef>
                <a:spcPts val="0"/>
              </a:spcBef>
              <a:spcAft>
                <a:spcPts val="0"/>
              </a:spcAft>
              <a:buClr>
                <a:srgbClr val="47977C"/>
              </a:buClr>
              <a:buSzPts val="2800"/>
              <a:defRPr>
                <a:latin typeface="Century Gothic"/>
              </a:defRPr>
            </a:pPr>
            <a:r>
              <a:rPr sz="1200" dirty="0">
                <a:solidFill>
                  <a:schemeClr val="tx1"/>
                </a:solidFill>
                <a:latin typeface="Century Gothic"/>
              </a:rPr>
              <a:t>Sources: Boissonneault &amp; </a:t>
            </a:r>
            <a:r>
              <a:rPr sz="1200" dirty="0" err="1">
                <a:solidFill>
                  <a:schemeClr val="tx1"/>
                </a:solidFill>
                <a:latin typeface="Century Gothic"/>
              </a:rPr>
              <a:t>Hammarström</a:t>
            </a:r>
            <a:r>
              <a:rPr sz="1200" dirty="0">
                <a:solidFill>
                  <a:schemeClr val="tx1"/>
                </a:solidFill>
                <a:latin typeface="Century Gothic"/>
              </a:rPr>
              <a:t> (2026); </a:t>
            </a:r>
            <a:r>
              <a:rPr sz="1200" dirty="0" err="1">
                <a:solidFill>
                  <a:schemeClr val="tx1"/>
                </a:solidFill>
                <a:latin typeface="Century Gothic"/>
              </a:rPr>
              <a:t>Hammarström</a:t>
            </a:r>
            <a:r>
              <a:rPr sz="1200" dirty="0">
                <a:solidFill>
                  <a:schemeClr val="tx1"/>
                </a:solidFill>
                <a:latin typeface="Century Gothic"/>
              </a:rPr>
              <a:t> et al. (2026, </a:t>
            </a:r>
            <a:r>
              <a:rPr sz="1200" dirty="0" err="1">
                <a:solidFill>
                  <a:schemeClr val="tx1"/>
                </a:solidFill>
                <a:latin typeface="Century Gothic"/>
              </a:rPr>
              <a:t>Glottolog</a:t>
            </a:r>
            <a:r>
              <a:rPr sz="1200" dirty="0">
                <a:solidFill>
                  <a:schemeClr val="tx1"/>
                </a:solidFill>
                <a:latin typeface="Century Gothic"/>
              </a:rPr>
              <a:t> 5.3); Bromham et al. (2022)</a:t>
            </a:r>
          </a:p>
        </p:txBody>
      </p:sp>
    </p:spTree>
    <p:extLst>
      <p:ext uri="{BB962C8B-B14F-4D97-AF65-F5344CB8AC3E}">
        <p14:creationId xmlns:p14="http://schemas.microsoft.com/office/powerpoint/2010/main" val="3237468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076F7-55EB-1291-4D33-631B5D610832}"/>
              </a:ext>
            </a:extLst>
          </p:cNvPr>
          <p:cNvSpPr>
            <a:spLocks noGrp="1"/>
          </p:cNvSpPr>
          <p:nvPr>
            <p:ph type="title"/>
          </p:nvPr>
        </p:nvSpPr>
        <p:spPr/>
        <p:txBody>
          <a:bodyPr wrap="square">
            <a:normAutofit/>
          </a:bodyPr>
          <a:lstStyle/>
          <a:p>
            <a:pPr>
              <a:lnSpc>
                <a:spcPct val="100000"/>
              </a:lnSpc>
              <a:spcBef>
                <a:spcPts val="0"/>
              </a:spcBef>
              <a:spcAft>
                <a:spcPts val="600"/>
              </a:spcAft>
              <a:defRPr>
                <a:latin typeface="Century Gothic"/>
              </a:defRPr>
            </a:pPr>
            <a:r>
              <a:rPr lang="en-GB" b="1" dirty="0">
                <a:latin typeface="Century Gothic" panose="020B0502020202020204" pitchFamily="34" charset="0"/>
              </a:rPr>
              <a:t>Biocultural Diversity</a:t>
            </a:r>
          </a:p>
        </p:txBody>
      </p:sp>
      <p:sp>
        <p:nvSpPr>
          <p:cNvPr id="3" name="Text Placeholder 2">
            <a:extLst>
              <a:ext uri="{FF2B5EF4-FFF2-40B4-BE49-F238E27FC236}">
                <a16:creationId xmlns:a16="http://schemas.microsoft.com/office/drawing/2014/main" id="{D84C5661-1AE8-6FB5-C6A6-338E486241F2}"/>
              </a:ext>
            </a:extLst>
          </p:cNvPr>
          <p:cNvSpPr>
            <a:spLocks noGrp="1"/>
          </p:cNvSpPr>
          <p:nvPr>
            <p:ph type="body" idx="1"/>
          </p:nvPr>
        </p:nvSpPr>
        <p:spPr>
          <a:xfrm>
            <a:off x="1034692" y="3513435"/>
            <a:ext cx="10183038" cy="5263853"/>
          </a:xfrm>
        </p:spPr>
        <p:txBody>
          <a:bodyPr wrap="square">
            <a:noAutofit/>
          </a:bodyPr>
          <a:lstStyle/>
          <a:p>
            <a:pPr>
              <a:lnSpc>
                <a:spcPct val="100000"/>
              </a:lnSpc>
              <a:spcBef>
                <a:spcPts val="1200"/>
              </a:spcBef>
              <a:spcAft>
                <a:spcPts val="600"/>
              </a:spcAft>
              <a:defRPr>
                <a:latin typeface="Century Gothic"/>
              </a:defRPr>
            </a:pPr>
            <a:r>
              <a:rPr lang="en-GB" sz="2400" dirty="0">
                <a:latin typeface="Century Gothic" panose="020B0502020202020204" pitchFamily="34" charset="0"/>
              </a:rPr>
              <a:t>Biodiversity and cultural diversity are interrelated and interdependent</a:t>
            </a:r>
          </a:p>
          <a:p>
            <a:pPr>
              <a:lnSpc>
                <a:spcPct val="100000"/>
              </a:lnSpc>
              <a:spcBef>
                <a:spcPts val="1200"/>
              </a:spcBef>
              <a:spcAft>
                <a:spcPts val="600"/>
              </a:spcAft>
              <a:defRPr>
                <a:latin typeface="Century Gothic"/>
              </a:defRPr>
            </a:pPr>
            <a:r>
              <a:rPr lang="en-GB" sz="2400" dirty="0">
                <a:latin typeface="Century Gothic" panose="020B0502020202020204" pitchFamily="34" charset="0"/>
              </a:rPr>
              <a:t>Traditional Ecological Knowledge (TEK) describes detailed local knowledge about plants, animals and ecological processes learned over millennia including how to manage natural resources sustainably</a:t>
            </a:r>
          </a:p>
          <a:p>
            <a:pPr>
              <a:lnSpc>
                <a:spcPct val="100000"/>
              </a:lnSpc>
              <a:spcBef>
                <a:spcPts val="1200"/>
              </a:spcBef>
              <a:spcAft>
                <a:spcPts val="600"/>
              </a:spcAft>
              <a:defRPr>
                <a:latin typeface="Century Gothic"/>
              </a:defRPr>
            </a:pPr>
            <a:r>
              <a:rPr sz="2400" dirty="0">
                <a:latin typeface="Century Gothic" panose="020B0502020202020204" pitchFamily="34" charset="0"/>
              </a:rPr>
              <a:t>TEK is expressed and transmitted through languages </a:t>
            </a:r>
            <a:endParaRPr lang="en-GB" sz="2400" dirty="0">
              <a:latin typeface="Century Gothic" panose="020B0502020202020204" pitchFamily="34" charset="0"/>
            </a:endParaRPr>
          </a:p>
          <a:p>
            <a:pPr>
              <a:lnSpc>
                <a:spcPct val="100000"/>
              </a:lnSpc>
              <a:spcBef>
                <a:spcPts val="1200"/>
              </a:spcBef>
              <a:spcAft>
                <a:spcPts val="600"/>
              </a:spcAft>
              <a:defRPr>
                <a:latin typeface="Century Gothic"/>
              </a:defRPr>
            </a:pPr>
            <a:r>
              <a:rPr sz="2400" dirty="0">
                <a:latin typeface="Century Gothic" panose="020B0502020202020204" pitchFamily="34" charset="0"/>
              </a:rPr>
              <a:t>Studies show that areas with high linguistic diversity correlate with high biodiversity – nearly 70% of the world’s languages are spoken in biodiversity hotspots (Gorenflo et al., 2012).</a:t>
            </a:r>
          </a:p>
          <a:p>
            <a:pPr>
              <a:lnSpc>
                <a:spcPct val="100000"/>
              </a:lnSpc>
              <a:spcBef>
                <a:spcPts val="1200"/>
              </a:spcBef>
              <a:spcAft>
                <a:spcPts val="600"/>
              </a:spcAft>
              <a:defRPr>
                <a:latin typeface="Century Gothic"/>
              </a:defRPr>
            </a:pPr>
            <a:r>
              <a:rPr lang="en-GB" sz="2400" dirty="0">
                <a:latin typeface="Century Gothic" panose="020B0502020202020204" pitchFamily="34" charset="0"/>
              </a:rPr>
              <a:t>Linguistic diversity can be used as a proxy for TEK and the protection of TEK is closely linked to the protection of biodiversity</a:t>
            </a:r>
          </a:p>
        </p:txBody>
      </p:sp>
      <p:sp>
        <p:nvSpPr>
          <p:cNvPr id="4" name="TextBox 3">
            <a:extLst>
              <a:ext uri="{FF2B5EF4-FFF2-40B4-BE49-F238E27FC236}">
                <a16:creationId xmlns:a16="http://schemas.microsoft.com/office/drawing/2014/main" id="{590A0BE8-BB54-878E-9A06-F97BEB8C5143}"/>
              </a:ext>
            </a:extLst>
          </p:cNvPr>
          <p:cNvSpPr txBox="1"/>
          <p:nvPr/>
        </p:nvSpPr>
        <p:spPr>
          <a:xfrm>
            <a:off x="1418413" y="9177338"/>
            <a:ext cx="6610350" cy="276999"/>
          </a:xfrm>
          <a:prstGeom prst="rect">
            <a:avLst/>
          </a:prstGeom>
          <a:noFill/>
        </p:spPr>
        <p:txBody>
          <a:bodyPr wrap="square" rtlCol="0">
            <a:spAutoFit/>
          </a:bodyPr>
          <a:lstStyle/>
          <a:p>
            <a:pPr>
              <a:lnSpc>
                <a:spcPct val="100000"/>
              </a:lnSpc>
              <a:spcBef>
                <a:spcPts val="0"/>
              </a:spcBef>
              <a:spcAft>
                <a:spcPts val="0"/>
              </a:spcAft>
              <a:defRPr>
                <a:latin typeface="Century Gothic"/>
              </a:defRPr>
            </a:pPr>
            <a:r>
              <a:rPr sz="1200" dirty="0">
                <a:solidFill>
                  <a:schemeClr val="tx1"/>
                </a:solidFill>
                <a:latin typeface="Century Gothic"/>
              </a:rPr>
              <a:t>Sources: </a:t>
            </a:r>
            <a:r>
              <a:rPr sz="1200" dirty="0" err="1">
                <a:solidFill>
                  <a:schemeClr val="tx1"/>
                </a:solidFill>
                <a:latin typeface="Century Gothic"/>
              </a:rPr>
              <a:t>Terralingua</a:t>
            </a:r>
            <a:r>
              <a:rPr sz="1200" dirty="0">
                <a:solidFill>
                  <a:schemeClr val="tx1"/>
                </a:solidFill>
                <a:latin typeface="Century Gothic"/>
              </a:rPr>
              <a:t> (2018); Gorenflo et al. (2012)</a:t>
            </a:r>
            <a:endParaRPr lang="en-GB" dirty="0">
              <a:solidFill>
                <a:schemeClr val="tx1"/>
              </a:solidFill>
            </a:endParaRPr>
          </a:p>
        </p:txBody>
      </p:sp>
    </p:spTree>
    <p:extLst>
      <p:ext uri="{BB962C8B-B14F-4D97-AF65-F5344CB8AC3E}">
        <p14:creationId xmlns:p14="http://schemas.microsoft.com/office/powerpoint/2010/main" val="4051944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91B6-A685-C01F-AB53-1150C05D6A05}"/>
              </a:ext>
            </a:extLst>
          </p:cNvPr>
          <p:cNvSpPr>
            <a:spLocks noGrp="1"/>
          </p:cNvSpPr>
          <p:nvPr>
            <p:ph type="title"/>
          </p:nvPr>
        </p:nvSpPr>
        <p:spPr/>
        <p:txBody>
          <a:bodyPr wrap="square">
            <a:normAutofit fontScale="90000"/>
          </a:bodyPr>
          <a:lstStyle/>
          <a:p>
            <a:pPr>
              <a:lnSpc>
                <a:spcPct val="100000"/>
              </a:lnSpc>
              <a:spcBef>
                <a:spcPts val="0"/>
              </a:spcBef>
              <a:spcAft>
                <a:spcPts val="600"/>
              </a:spcAft>
              <a:defRPr>
                <a:latin typeface="Century Gothic"/>
              </a:defRPr>
            </a:pPr>
            <a:r>
              <a:rPr lang="en-GB" b="1" dirty="0">
                <a:latin typeface="Century Gothic" panose="02050604050505020204" pitchFamily="18" charset="0"/>
                <a:cs typeface="Bangla MN" pitchFamily="2" charset="0"/>
              </a:rPr>
              <a:t>Causes of ‘Language Endangerment</a:t>
            </a:r>
            <a:r>
              <a:rPr lang="en-GB" b="1" dirty="0">
                <a:latin typeface="Century Gothic" pitchFamily="2" charset="0"/>
                <a:cs typeface="Bangla MN" pitchFamily="2" charset="0"/>
              </a:rPr>
              <a:t>’</a:t>
            </a:r>
          </a:p>
        </p:txBody>
      </p:sp>
      <p:sp>
        <p:nvSpPr>
          <p:cNvPr id="3" name="Text Placeholder 2">
            <a:extLst>
              <a:ext uri="{FF2B5EF4-FFF2-40B4-BE49-F238E27FC236}">
                <a16:creationId xmlns:a16="http://schemas.microsoft.com/office/drawing/2014/main" id="{09766FE9-FA11-EDDF-3A5B-23FFC7A674DF}"/>
              </a:ext>
            </a:extLst>
          </p:cNvPr>
          <p:cNvSpPr>
            <a:spLocks noGrp="1"/>
          </p:cNvSpPr>
          <p:nvPr>
            <p:ph type="body" idx="1"/>
          </p:nvPr>
        </p:nvSpPr>
        <p:spPr>
          <a:xfrm>
            <a:off x="1034691" y="3513435"/>
            <a:ext cx="10128609" cy="5263853"/>
          </a:xfrm>
        </p:spPr>
        <p:txBody>
          <a:bodyPr wrap="square">
            <a:normAutofit/>
          </a:bodyPr>
          <a:lstStyle/>
          <a:p>
            <a:pPr>
              <a:lnSpc>
                <a:spcPct val="100000"/>
              </a:lnSpc>
              <a:spcBef>
                <a:spcPts val="1200"/>
              </a:spcBef>
              <a:spcAft>
                <a:spcPts val="600"/>
              </a:spcAft>
              <a:defRPr>
                <a:latin typeface="Century Gothic"/>
              </a:defRPr>
            </a:pPr>
            <a:r>
              <a:rPr lang="en-GB" sz="2400" dirty="0">
                <a:latin typeface="Century Gothic" panose="02050604050505020204" pitchFamily="18" charset="0"/>
                <a:cs typeface="Bangla MN" pitchFamily="2" charset="0"/>
              </a:rPr>
              <a:t>Language endangerment may be the result of external forces such as military, economic, religious, cultural or educational subjugation</a:t>
            </a:r>
          </a:p>
          <a:p>
            <a:pPr>
              <a:lnSpc>
                <a:spcPct val="100000"/>
              </a:lnSpc>
              <a:spcBef>
                <a:spcPts val="1200"/>
              </a:spcBef>
              <a:spcAft>
                <a:spcPts val="600"/>
              </a:spcAft>
              <a:defRPr>
                <a:latin typeface="Century Gothic"/>
              </a:defRPr>
            </a:pPr>
            <a:r>
              <a:rPr lang="en-GB" sz="2400" dirty="0">
                <a:latin typeface="Century Gothic" panose="02050604050505020204" pitchFamily="18" charset="0"/>
                <a:cs typeface="Bangla MN" pitchFamily="2" charset="0"/>
              </a:rPr>
              <a:t>It may be caused by internal forces, such as a community’s negative attitude towards its own language and culture, associating it with their disadvantaged social position. </a:t>
            </a:r>
          </a:p>
          <a:p>
            <a:pPr>
              <a:lnSpc>
                <a:spcPct val="100000"/>
              </a:lnSpc>
              <a:spcBef>
                <a:spcPts val="1200"/>
              </a:spcBef>
              <a:spcAft>
                <a:spcPts val="600"/>
              </a:spcAft>
              <a:defRPr>
                <a:latin typeface="Century Gothic"/>
              </a:defRPr>
            </a:pPr>
            <a:r>
              <a:rPr lang="en-GB" sz="2400" dirty="0">
                <a:latin typeface="Century Gothic" panose="02050604050505020204" pitchFamily="18" charset="0"/>
                <a:cs typeface="Bangla MN" pitchFamily="2" charset="0"/>
              </a:rPr>
              <a:t>Internal pressures often have their source in external ones, and both halt the intergenerational transmission of linguistic and cultural traditions. </a:t>
            </a:r>
          </a:p>
          <a:p>
            <a:pPr marL="50800" indent="0">
              <a:lnSpc>
                <a:spcPct val="100000"/>
              </a:lnSpc>
              <a:spcBef>
                <a:spcPts val="0"/>
              </a:spcBef>
              <a:spcAft>
                <a:spcPts val="600"/>
              </a:spcAft>
              <a:buNone/>
              <a:defRPr>
                <a:latin typeface="Century Gothic"/>
              </a:defRPr>
            </a:pPr>
            <a:endParaRPr lang="en-GB" sz="1200" dirty="0">
              <a:solidFill>
                <a:schemeClr val="tx1"/>
              </a:solidFill>
              <a:latin typeface="Century Gothic" pitchFamily="2" charset="0"/>
              <a:cs typeface="Bangla MN" pitchFamily="2" charset="0"/>
            </a:endParaRPr>
          </a:p>
          <a:p>
            <a:pPr marL="50800" indent="0">
              <a:lnSpc>
                <a:spcPct val="100000"/>
              </a:lnSpc>
              <a:spcBef>
                <a:spcPts val="0"/>
              </a:spcBef>
              <a:spcAft>
                <a:spcPts val="600"/>
              </a:spcAft>
              <a:buNone/>
              <a:defRPr>
                <a:latin typeface="Century Gothic"/>
              </a:defRPr>
            </a:pPr>
            <a:r>
              <a:rPr sz="1200" dirty="0">
                <a:solidFill>
                  <a:schemeClr val="tx1"/>
                </a:solidFill>
                <a:latin typeface="Century Gothic" pitchFamily="2" charset="0"/>
                <a:cs typeface="Bangla MN" pitchFamily="2" charset="0"/>
              </a:rPr>
              <a:t>Source: UNESCO (2003), Language Vitality and Endangerment</a:t>
            </a:r>
          </a:p>
        </p:txBody>
      </p:sp>
    </p:spTree>
    <p:extLst>
      <p:ext uri="{BB962C8B-B14F-4D97-AF65-F5344CB8AC3E}">
        <p14:creationId xmlns:p14="http://schemas.microsoft.com/office/powerpoint/2010/main" val="126220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66677-4B72-7EC6-56AD-B26C12FBA070}"/>
              </a:ext>
            </a:extLst>
          </p:cNvPr>
          <p:cNvSpPr>
            <a:spLocks noGrp="1"/>
          </p:cNvSpPr>
          <p:nvPr>
            <p:ph type="title"/>
          </p:nvPr>
        </p:nvSpPr>
        <p:spPr/>
        <p:txBody>
          <a:bodyPr wrap="square">
            <a:normAutofit/>
          </a:bodyPr>
          <a:lstStyle/>
          <a:p>
            <a:pPr>
              <a:lnSpc>
                <a:spcPct val="100000"/>
              </a:lnSpc>
              <a:spcBef>
                <a:spcPts val="0"/>
              </a:spcBef>
              <a:spcAft>
                <a:spcPts val="600"/>
              </a:spcAft>
              <a:defRPr>
                <a:latin typeface="Century Gothic"/>
              </a:defRPr>
            </a:pPr>
            <a:r>
              <a:rPr lang="en-GB" sz="4800" b="1" dirty="0">
                <a:latin typeface="Century Gothic"/>
              </a:rPr>
              <a:t>Language ‘Endangerment’ and ‘Vitality’</a:t>
            </a:r>
          </a:p>
        </p:txBody>
      </p:sp>
      <p:sp>
        <p:nvSpPr>
          <p:cNvPr id="3" name="Text Placeholder 2">
            <a:extLst>
              <a:ext uri="{FF2B5EF4-FFF2-40B4-BE49-F238E27FC236}">
                <a16:creationId xmlns:a16="http://schemas.microsoft.com/office/drawing/2014/main" id="{EB0FC631-7D86-0B7D-CB6D-9891C366DCC5}"/>
              </a:ext>
            </a:extLst>
          </p:cNvPr>
          <p:cNvSpPr>
            <a:spLocks noGrp="1"/>
          </p:cNvSpPr>
          <p:nvPr>
            <p:ph type="body" idx="1"/>
          </p:nvPr>
        </p:nvSpPr>
        <p:spPr>
          <a:xfrm>
            <a:off x="1034691" y="3513435"/>
            <a:ext cx="10242909" cy="5263853"/>
          </a:xfrm>
        </p:spPr>
        <p:txBody>
          <a:bodyPr vert="horz" wrap="square">
            <a:normAutofit fontScale="92500" lnSpcReduction="10000"/>
          </a:bodyPr>
          <a:lstStyle/>
          <a:p>
            <a:pPr>
              <a:spcBef>
                <a:spcPts val="1200"/>
              </a:spcBef>
              <a:spcAft>
                <a:spcPts val="600"/>
              </a:spcAft>
              <a:defRPr>
                <a:latin typeface="Century Gothic"/>
              </a:defRPr>
            </a:pPr>
            <a:r>
              <a:rPr lang="en-GB" sz="1800" dirty="0">
                <a:latin typeface="Century Gothic"/>
              </a:rPr>
              <a:t>Language vitality concerns the overall condition of a language and the social, demographic, institutional and linguistic circumstances that sustain or undermine its continued use and transmission</a:t>
            </a:r>
          </a:p>
          <a:p>
            <a:pPr lvl="0">
              <a:spcBef>
                <a:spcPts val="1200"/>
              </a:spcBef>
              <a:spcAft>
                <a:spcPts val="600"/>
              </a:spcAft>
              <a:defRPr>
                <a:latin typeface="Century Gothic"/>
              </a:defRPr>
            </a:pPr>
            <a:r>
              <a:rPr lang="en-GB" sz="1800" dirty="0">
                <a:latin typeface="Century Gothic"/>
              </a:rPr>
              <a:t>Language endangerment concerns the degree to which a language is at risk of falling out of use or becoming ’extinct’.</a:t>
            </a:r>
          </a:p>
          <a:p>
            <a:pPr>
              <a:spcBef>
                <a:spcPts val="1200"/>
              </a:spcBef>
              <a:spcAft>
                <a:spcPts val="600"/>
              </a:spcAft>
              <a:defRPr>
                <a:latin typeface="Century Gothic"/>
              </a:defRPr>
            </a:pPr>
            <a:r>
              <a:rPr lang="en-GB" sz="1800" dirty="0">
                <a:latin typeface="Century Gothic"/>
              </a:rPr>
              <a:t>They overlap because endangerment is one aspect of a language's vitality, but vitality is broader: it encompasses positive as well as negative conditions, including the resources and circumstances that can support language maintenance and revitalisation.</a:t>
            </a:r>
          </a:p>
          <a:p>
            <a:pPr>
              <a:spcBef>
                <a:spcPts val="1200"/>
              </a:spcBef>
              <a:spcAft>
                <a:spcPts val="600"/>
              </a:spcAft>
              <a:defRPr>
                <a:latin typeface="Century Gothic"/>
              </a:defRPr>
            </a:pPr>
            <a:r>
              <a:rPr sz="1800" dirty="0">
                <a:latin typeface="Century Gothic"/>
              </a:rPr>
              <a:t>Negative framing: A focus on ‘language death’ and descriptions of languages as ‘severely endangered’ or ‘extinct’ can unduly constrain possible actions for language vitality</a:t>
            </a:r>
            <a:endParaRPr lang="en-GB" sz="1800" dirty="0"/>
          </a:p>
          <a:p>
            <a:pPr>
              <a:spcBef>
                <a:spcPts val="1200"/>
              </a:spcBef>
              <a:spcAft>
                <a:spcPts val="600"/>
              </a:spcAft>
              <a:defRPr>
                <a:latin typeface="Century Gothic"/>
              </a:defRPr>
            </a:pPr>
            <a:r>
              <a:rPr lang="en-GB" sz="1800" dirty="0">
                <a:latin typeface="Century Gothic"/>
              </a:rPr>
              <a:t>Perley suggests using ‘sleeping’ and ‘emergent vitalities’ arguing that this is especially critical for indigenous communities living in their ancestral homelands where </a:t>
            </a:r>
            <a:r>
              <a:rPr lang="en-GB" sz="1800" i="1" dirty="0">
                <a:latin typeface="Century Gothic"/>
              </a:rPr>
              <a:t>remembering</a:t>
            </a:r>
            <a:r>
              <a:rPr lang="en-GB" sz="1800" dirty="0">
                <a:latin typeface="Century Gothic"/>
              </a:rPr>
              <a:t> ancestral voices plays a significant role in possible futures for indigenous languages</a:t>
            </a:r>
          </a:p>
          <a:p>
            <a:pPr marL="50800" indent="0">
              <a:lnSpc>
                <a:spcPct val="100000"/>
              </a:lnSpc>
              <a:spcBef>
                <a:spcPts val="0"/>
              </a:spcBef>
              <a:spcAft>
                <a:spcPts val="600"/>
              </a:spcAft>
              <a:buNone/>
              <a:defRPr>
                <a:latin typeface="Century Gothic"/>
              </a:defRPr>
            </a:pPr>
            <a:endParaRPr lang="en-GB" dirty="0"/>
          </a:p>
          <a:p>
            <a:pPr marL="50800" indent="0">
              <a:lnSpc>
                <a:spcPct val="100000"/>
              </a:lnSpc>
              <a:spcBef>
                <a:spcPts val="0"/>
              </a:spcBef>
              <a:spcAft>
                <a:spcPts val="600"/>
              </a:spcAft>
              <a:buNone/>
              <a:defRPr>
                <a:latin typeface="Century Gothic"/>
              </a:defRPr>
            </a:pPr>
            <a:r>
              <a:rPr sz="1600" dirty="0">
                <a:solidFill>
                  <a:schemeClr val="tx1"/>
                </a:solidFill>
                <a:latin typeface="Century Gothic"/>
              </a:rPr>
              <a:t>Source: Perley (2012), cited in </a:t>
            </a:r>
            <a:r>
              <a:rPr sz="1600" dirty="0">
                <a:solidFill>
                  <a:srgbClr val="0000FF"/>
                </a:solidFill>
                <a:latin typeface="Century Gothic"/>
                <a:hlinkClick r:id="rId3">
                  <a:extLst>
                    <a:ext uri="{A12FA001-AC4F-418D-AE19-62706E023703}">
                      <ahyp:hlinkClr xmlns:ahyp="http://schemas.microsoft.com/office/drawing/2018/hyperlinkcolor" val="tx"/>
                    </a:ext>
                  </a:extLst>
                </a:hlinkClick>
              </a:rPr>
              <a:t>https://doi.</a:t>
            </a:r>
            <a:r>
              <a:rPr sz="1600" dirty="0">
                <a:solidFill>
                  <a:schemeClr val="tx1"/>
                </a:solidFill>
                <a:latin typeface="Century Gothic"/>
                <a:hlinkClick r:id="rId3">
                  <a:extLst>
                    <a:ext uri="{A12FA001-AC4F-418D-AE19-62706E023703}">
                      <ahyp:hlinkClr xmlns:ahyp="http://schemas.microsoft.com/office/drawing/2018/hyperlinkcolor" val="tx"/>
                    </a:ext>
                  </a:extLst>
                </a:hlinkClick>
              </a:rPr>
              <a:t>org</a:t>
            </a:r>
            <a:r>
              <a:rPr sz="1600" dirty="0">
                <a:solidFill>
                  <a:schemeClr val="tx1"/>
                </a:solidFill>
                <a:latin typeface="Century Gothic"/>
              </a:rPr>
              <a:t>/10.1075/slcs.142.13per</a:t>
            </a:r>
          </a:p>
        </p:txBody>
      </p:sp>
    </p:spTree>
    <p:extLst>
      <p:ext uri="{BB962C8B-B14F-4D97-AF65-F5344CB8AC3E}">
        <p14:creationId xmlns:p14="http://schemas.microsoft.com/office/powerpoint/2010/main" val="1241765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4"/>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a:bodyPr>
          <a:lstStyle/>
          <a:p>
            <a:pPr marL="0" lvl="0" indent="0" algn="l" rtl="0">
              <a:lnSpc>
                <a:spcPct val="100000"/>
              </a:lnSpc>
              <a:spcBef>
                <a:spcPts val="0"/>
              </a:spcBef>
              <a:spcAft>
                <a:spcPts val="0"/>
              </a:spcAft>
              <a:buClr>
                <a:srgbClr val="FFFFFF"/>
              </a:buClr>
              <a:buSzPts val="5600"/>
              <a:buFont typeface="Gill Sans"/>
              <a:buNone/>
              <a:defRPr>
                <a:latin typeface="Century Gothic"/>
              </a:defRPr>
            </a:pPr>
            <a:r>
              <a:rPr lang="en-US" sz="5600" b="1" i="0" u="none" strike="noStrike" cap="none" dirty="0" err="1">
                <a:solidFill>
                  <a:srgbClr val="FFFFFF"/>
                </a:solidFill>
                <a:latin typeface="Century Gothic"/>
                <a:ea typeface="Gill Sans"/>
                <a:cs typeface="Gill Sans"/>
                <a:sym typeface="Gill Sans"/>
              </a:rPr>
              <a:t>Ethnologue</a:t>
            </a:r>
            <a:r>
              <a:rPr lang="en-US" sz="5600" b="1" i="0" u="none" strike="noStrike" cap="none" dirty="0">
                <a:solidFill>
                  <a:srgbClr val="FFFFFF"/>
                </a:solidFill>
                <a:latin typeface="Century Gothic"/>
                <a:ea typeface="Gill Sans"/>
                <a:cs typeface="Gill Sans"/>
                <a:sym typeface="Gill Sans"/>
              </a:rPr>
              <a:t> Catalogue</a:t>
            </a:r>
            <a:endParaRPr b="1" dirty="0"/>
          </a:p>
        </p:txBody>
      </p:sp>
      <p:sp>
        <p:nvSpPr>
          <p:cNvPr id="614" name="Google Shape;614;p4"/>
          <p:cNvSpPr txBox="1">
            <a:spLocks noGrp="1"/>
          </p:cNvSpPr>
          <p:nvPr>
            <p:ph type="body" idx="1"/>
          </p:nvPr>
        </p:nvSpPr>
        <p:spPr>
          <a:xfrm>
            <a:off x="657841" y="3538635"/>
            <a:ext cx="8349900" cy="5263800"/>
          </a:xfrm>
          <a:prstGeom prst="rect">
            <a:avLst/>
          </a:prstGeom>
          <a:noFill/>
          <a:ln>
            <a:noFill/>
          </a:ln>
        </p:spPr>
        <p:txBody>
          <a:bodyPr spcFirstLastPara="1" wrap="square" lIns="27075" tIns="27075" rIns="27075" bIns="27075" anchor="ctr" anchorCtr="0">
            <a:normAutofit fontScale="92500"/>
          </a:bodyPr>
          <a:lstStyle/>
          <a:p>
            <a:pPr marL="448055" lvl="0" indent="-311150" algn="l" rtl="0">
              <a:lnSpc>
                <a:spcPct val="100000"/>
              </a:lnSpc>
              <a:spcBef>
                <a:spcPts val="1200"/>
              </a:spcBef>
              <a:spcAft>
                <a:spcPts val="600"/>
              </a:spcAft>
              <a:buClr>
                <a:srgbClr val="9FDABF"/>
              </a:buClr>
              <a:buSzPts val="2711"/>
              <a:buFont typeface="Arial"/>
              <a:buChar char="•"/>
              <a:defRPr>
                <a:latin typeface="Century Gothic"/>
              </a:defRPr>
            </a:pPr>
            <a:r>
              <a:rPr lang="en-US" sz="2000" dirty="0">
                <a:solidFill>
                  <a:srgbClr val="000000"/>
                </a:solidFill>
                <a:latin typeface="Century Gothic"/>
              </a:rPr>
              <a:t>Began as an initiative of the missionary </a:t>
            </a:r>
            <a:r>
              <a:rPr lang="en-US" sz="2000" dirty="0" err="1">
                <a:solidFill>
                  <a:srgbClr val="000000"/>
                </a:solidFill>
                <a:latin typeface="Century Gothic"/>
              </a:rPr>
              <a:t>organisation</a:t>
            </a:r>
            <a:r>
              <a:rPr lang="en-US" sz="2000" dirty="0">
                <a:solidFill>
                  <a:srgbClr val="000000"/>
                </a:solidFill>
                <a:latin typeface="Century Gothic"/>
              </a:rPr>
              <a:t> Summer Institute of Linguistics (now SIL International), as part of a program to identify target languages for bible translation;</a:t>
            </a:r>
            <a:endParaRPr sz="2000" dirty="0"/>
          </a:p>
          <a:p>
            <a:pPr marL="448055" lvl="0" indent="-311150" algn="l" rtl="0">
              <a:lnSpc>
                <a:spcPct val="100000"/>
              </a:lnSpc>
              <a:spcBef>
                <a:spcPts val="1200"/>
              </a:spcBef>
              <a:spcAft>
                <a:spcPts val="600"/>
              </a:spcAft>
              <a:buClr>
                <a:srgbClr val="9FDABF"/>
              </a:buClr>
              <a:buSzPts val="2711"/>
              <a:buFont typeface="Arial"/>
              <a:buChar char="•"/>
              <a:defRPr>
                <a:latin typeface="Century Gothic"/>
              </a:defRPr>
            </a:pPr>
            <a:r>
              <a:rPr lang="en-US" sz="2000" dirty="0">
                <a:solidFill>
                  <a:srgbClr val="000000"/>
                </a:solidFill>
                <a:latin typeface="Century Gothic"/>
              </a:rPr>
              <a:t>The 2024 edition contained data on 7,168 languages of which 6,213 languages have at least two distinct data points. This is a large increase on the last time the Index of Linguistic Diversity was done;</a:t>
            </a:r>
            <a:endParaRPr sz="2000" dirty="0"/>
          </a:p>
          <a:p>
            <a:pPr marL="448055" lvl="0" indent="-311150" algn="l" rtl="0">
              <a:lnSpc>
                <a:spcPct val="100000"/>
              </a:lnSpc>
              <a:spcBef>
                <a:spcPts val="1200"/>
              </a:spcBef>
              <a:spcAft>
                <a:spcPts val="600"/>
              </a:spcAft>
              <a:buClr>
                <a:srgbClr val="9FDABF"/>
              </a:buClr>
              <a:buSzPts val="2711"/>
              <a:buFont typeface="Arial"/>
              <a:buChar char="•"/>
              <a:defRPr>
                <a:latin typeface="Century Gothic"/>
              </a:defRPr>
            </a:pPr>
            <a:r>
              <a:rPr lang="en-US" sz="2000" dirty="0" err="1">
                <a:solidFill>
                  <a:srgbClr val="000000"/>
                </a:solidFill>
                <a:latin typeface="Century Gothic"/>
              </a:rPr>
              <a:t>Ethnologue</a:t>
            </a:r>
            <a:r>
              <a:rPr lang="en-US" sz="2000" dirty="0">
                <a:solidFill>
                  <a:srgbClr val="000000"/>
                </a:solidFill>
                <a:latin typeface="Century Gothic"/>
              </a:rPr>
              <a:t> data is the basis of </a:t>
            </a:r>
            <a:r>
              <a:rPr lang="en-US" sz="2000" u="sng" dirty="0">
                <a:solidFill>
                  <a:schemeClr val="hlink"/>
                </a:solidFill>
                <a:latin typeface="Century Gothic"/>
                <a:hlinkClick r:id="rId3"/>
              </a:rPr>
              <a:t>ISO 639: 2023</a:t>
            </a:r>
            <a:r>
              <a:rPr lang="en-US" sz="2000" dirty="0">
                <a:solidFill>
                  <a:srgbClr val="000000"/>
                </a:solidFill>
                <a:latin typeface="Century Gothic"/>
              </a:rPr>
              <a:t> codes for languages;</a:t>
            </a:r>
          </a:p>
          <a:p>
            <a:pPr marL="448055" lvl="0" indent="-311150" algn="l" rtl="0">
              <a:lnSpc>
                <a:spcPct val="100000"/>
              </a:lnSpc>
              <a:spcBef>
                <a:spcPts val="1200"/>
              </a:spcBef>
              <a:spcAft>
                <a:spcPts val="600"/>
              </a:spcAft>
              <a:buClr>
                <a:srgbClr val="9FDABF"/>
              </a:buClr>
              <a:buSzPts val="2711"/>
              <a:buFont typeface="Arial"/>
              <a:buChar char="•"/>
              <a:defRPr>
                <a:latin typeface="Century Gothic"/>
              </a:defRPr>
            </a:pPr>
            <a:r>
              <a:rPr lang="en-US" sz="2000" dirty="0">
                <a:solidFill>
                  <a:srgbClr val="000000"/>
                </a:solidFill>
                <a:latin typeface="Century Gothic"/>
              </a:rPr>
              <a:t>Not free, requires a paid subscription or licensing for full access;</a:t>
            </a:r>
            <a:endParaRPr sz="2000" dirty="0"/>
          </a:p>
          <a:p>
            <a:pPr marL="448055" lvl="0" indent="-311150" algn="l" rtl="0">
              <a:lnSpc>
                <a:spcPct val="100000"/>
              </a:lnSpc>
              <a:spcBef>
                <a:spcPts val="1200"/>
              </a:spcBef>
              <a:spcAft>
                <a:spcPts val="600"/>
              </a:spcAft>
              <a:buClr>
                <a:srgbClr val="9FDABF"/>
              </a:buClr>
              <a:buSzPts val="2711"/>
              <a:buFont typeface="Arial"/>
              <a:buChar char="•"/>
              <a:defRPr>
                <a:latin typeface="Century Gothic"/>
              </a:defRPr>
            </a:pPr>
            <a:r>
              <a:rPr lang="en-US" sz="2000" dirty="0">
                <a:solidFill>
                  <a:srgbClr val="000000"/>
                </a:solidFill>
                <a:latin typeface="Century Gothic"/>
              </a:rPr>
              <a:t>Despite criticisms, acknowledged as best data source available and is continuously updated.</a:t>
            </a:r>
          </a:p>
          <a:p>
            <a:pPr marL="448055" indent="-311150">
              <a:lnSpc>
                <a:spcPct val="100000"/>
              </a:lnSpc>
              <a:spcBef>
                <a:spcPts val="1200"/>
              </a:spcBef>
              <a:spcAft>
                <a:spcPts val="600"/>
              </a:spcAft>
              <a:buClr>
                <a:srgbClr val="9FDABF"/>
              </a:buClr>
              <a:buSzPts val="2711"/>
              <a:buFont typeface="Arial"/>
              <a:buChar char="•"/>
              <a:defRPr>
                <a:latin typeface="Century Gothic"/>
              </a:defRPr>
            </a:pPr>
            <a:r>
              <a:rPr sz="2000" dirty="0">
                <a:latin typeface="Century Gothic"/>
              </a:rPr>
              <a:t>29th edition, released February 2026 documents 7,170 living languages </a:t>
            </a:r>
            <a:r>
              <a:rPr sz="2000" dirty="0" err="1">
                <a:latin typeface="Century Gothic"/>
              </a:rPr>
              <a:t>worldwid</a:t>
            </a:r>
            <a:r>
              <a:rPr lang="en-GB" sz="2000" dirty="0">
                <a:latin typeface="Century Gothic"/>
              </a:rPr>
              <a:t>e. </a:t>
            </a:r>
            <a:r>
              <a:rPr lang="en-GB" sz="2000" dirty="0">
                <a:latin typeface="Century Gothic"/>
                <a:hlinkClick r:id="rId4"/>
              </a:rPr>
              <a:t>Link</a:t>
            </a:r>
            <a:endParaRPr sz="2000" dirty="0"/>
          </a:p>
        </p:txBody>
      </p:sp>
      <p:pic>
        <p:nvPicPr>
          <p:cNvPr id="615" name="Google Shape;615;p4"/>
          <p:cNvPicPr preferRelativeResize="0"/>
          <p:nvPr/>
        </p:nvPicPr>
        <p:blipFill>
          <a:blip r:embed="rId5">
            <a:alphaModFix/>
          </a:blip>
          <a:stretch>
            <a:fillRect/>
          </a:stretch>
        </p:blipFill>
        <p:spPr>
          <a:xfrm>
            <a:off x="9007760" y="4497838"/>
            <a:ext cx="3315378" cy="3345381"/>
          </a:xfrm>
          <a:prstGeom prst="rect">
            <a:avLst/>
          </a:prstGeom>
          <a:noFill/>
          <a:ln>
            <a:noFill/>
          </a:ln>
        </p:spPr>
      </p:pic>
      <p:sp>
        <p:nvSpPr>
          <p:cNvPr id="616" name="Google Shape;616;p4"/>
          <p:cNvSpPr txBox="1"/>
          <p:nvPr/>
        </p:nvSpPr>
        <p:spPr>
          <a:xfrm>
            <a:off x="9007788" y="7717200"/>
            <a:ext cx="3315300" cy="530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defRPr>
                <a:latin typeface="Century Gothic"/>
              </a:defRPr>
            </a:pPr>
            <a:r>
              <a:rPr lang="en-US" dirty="0">
                <a:solidFill>
                  <a:srgbClr val="15261B"/>
                </a:solidFill>
                <a:latin typeface="Century Gothic"/>
                <a:ea typeface="Gill Sans"/>
                <a:cs typeface="Gill Sans"/>
                <a:sym typeface="Gill Sans"/>
              </a:rPr>
              <a:t>Number of languages where longitudinal language data is now available (2024 edition)</a:t>
            </a:r>
            <a:endParaRPr dirty="0">
              <a:solidFill>
                <a:srgbClr val="15261B"/>
              </a:solidFill>
              <a:latin typeface="Gill Sans"/>
              <a:ea typeface="Gill Sans"/>
              <a:cs typeface="Gill Sans"/>
              <a:sym typeface="Gill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3"/>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fontScale="90000"/>
          </a:bodyPr>
          <a:lstStyle/>
          <a:p>
            <a:pPr marL="0" lvl="0" indent="0" algn="l" rtl="0">
              <a:lnSpc>
                <a:spcPct val="100000"/>
              </a:lnSpc>
              <a:spcBef>
                <a:spcPts val="0"/>
              </a:spcBef>
              <a:spcAft>
                <a:spcPts val="0"/>
              </a:spcAft>
              <a:buClr>
                <a:srgbClr val="FFFFFF"/>
              </a:buClr>
              <a:buSzPts val="5600"/>
              <a:buFont typeface="Gill Sans"/>
              <a:buNone/>
              <a:defRPr>
                <a:latin typeface="Century Gothic"/>
              </a:defRPr>
            </a:pPr>
            <a:r>
              <a:rPr lang="en-US" sz="5600" b="1" i="0" u="none" strike="noStrike" cap="none" dirty="0">
                <a:solidFill>
                  <a:srgbClr val="FFFFFF"/>
                </a:solidFill>
                <a:latin typeface="Century Gothic"/>
                <a:ea typeface="Gill Sans"/>
                <a:cs typeface="Gill Sans"/>
                <a:sym typeface="Gill Sans"/>
              </a:rPr>
              <a:t>Index of Linguistic Di</a:t>
            </a:r>
            <a:r>
              <a:rPr lang="en-US" b="1" dirty="0">
                <a:latin typeface="Century Gothic"/>
              </a:rPr>
              <a:t>v</a:t>
            </a:r>
            <a:r>
              <a:rPr lang="en-US" sz="5600" b="1" i="0" u="none" strike="noStrike" cap="none" dirty="0">
                <a:solidFill>
                  <a:srgbClr val="FFFFFF"/>
                </a:solidFill>
                <a:latin typeface="Century Gothic"/>
                <a:ea typeface="Gill Sans"/>
                <a:cs typeface="Gill Sans"/>
                <a:sym typeface="Gill Sans"/>
              </a:rPr>
              <a:t>ersity</a:t>
            </a:r>
            <a:endParaRPr b="1" dirty="0"/>
          </a:p>
        </p:txBody>
      </p:sp>
      <p:sp>
        <p:nvSpPr>
          <p:cNvPr id="608" name="Google Shape;608;p3"/>
          <p:cNvSpPr txBox="1">
            <a:spLocks noGrp="1"/>
          </p:cNvSpPr>
          <p:nvPr>
            <p:ph type="body" idx="1"/>
          </p:nvPr>
        </p:nvSpPr>
        <p:spPr>
          <a:xfrm>
            <a:off x="1034691" y="3513435"/>
            <a:ext cx="8349931" cy="5263853"/>
          </a:xfrm>
          <a:prstGeom prst="rect">
            <a:avLst/>
          </a:prstGeom>
          <a:noFill/>
          <a:ln>
            <a:noFill/>
          </a:ln>
        </p:spPr>
        <p:txBody>
          <a:bodyPr spcFirstLastPara="1" wrap="square" lIns="27075" tIns="27075" rIns="27075" bIns="27075" anchor="ctr" anchorCtr="0">
            <a:normAutofit lnSpcReduction="10000"/>
          </a:bodyPr>
          <a:lstStyle/>
          <a:p>
            <a:pPr indent="-317500">
              <a:spcBef>
                <a:spcPts val="1200"/>
              </a:spcBef>
              <a:spcAft>
                <a:spcPts val="600"/>
              </a:spcAft>
              <a:buSzPts val="2766"/>
              <a:buFont typeface="Arial"/>
              <a:buChar char="•"/>
              <a:defRPr>
                <a:latin typeface="Century Gothic"/>
              </a:defRPr>
            </a:pPr>
            <a:r>
              <a:rPr lang="en-US" sz="2000" dirty="0">
                <a:solidFill>
                  <a:srgbClr val="000000"/>
                </a:solidFill>
                <a:latin typeface="Century Gothic"/>
              </a:rPr>
              <a:t>Developed by </a:t>
            </a:r>
            <a:r>
              <a:rPr lang="en-US" sz="2000" i="1" dirty="0" err="1">
                <a:latin typeface="Century Gothic"/>
              </a:rPr>
              <a:t>Terralingua</a:t>
            </a:r>
            <a:r>
              <a:rPr lang="en-US" sz="2000" dirty="0">
                <a:solidFill>
                  <a:srgbClr val="000000"/>
                </a:solidFill>
                <a:latin typeface="Century Gothic"/>
              </a:rPr>
              <a:t> (BIP partner)</a:t>
            </a:r>
            <a:endParaRPr lang="en-US" sz="2000" dirty="0"/>
          </a:p>
          <a:p>
            <a:pPr indent="-317500">
              <a:spcBef>
                <a:spcPts val="1200"/>
              </a:spcBef>
              <a:spcAft>
                <a:spcPts val="600"/>
              </a:spcAft>
              <a:buSzPts val="2766"/>
              <a:buFont typeface="Arial"/>
              <a:buChar char="•"/>
              <a:defRPr>
                <a:latin typeface="Century Gothic"/>
              </a:defRPr>
            </a:pPr>
            <a:r>
              <a:rPr lang="en-US" sz="2000" dirty="0">
                <a:solidFill>
                  <a:srgbClr val="000000"/>
                </a:solidFill>
                <a:latin typeface="Century Gothic"/>
              </a:rPr>
              <a:t>Based on longitudinal data from </a:t>
            </a:r>
            <a:r>
              <a:rPr lang="en-US" sz="2000" dirty="0" err="1">
                <a:solidFill>
                  <a:srgbClr val="000000"/>
                </a:solidFill>
                <a:latin typeface="Century Gothic"/>
              </a:rPr>
              <a:t>Ethnologue</a:t>
            </a:r>
            <a:r>
              <a:rPr lang="en-US" sz="2000" dirty="0">
                <a:solidFill>
                  <a:srgbClr val="000000"/>
                </a:solidFill>
                <a:latin typeface="Century Gothic"/>
              </a:rPr>
              <a:t> on counts of speakers from 1970 to 2005 - derived from a variety of sources</a:t>
            </a:r>
          </a:p>
          <a:p>
            <a:pPr marL="457200" lvl="0" indent="-317500" algn="l" rtl="0">
              <a:lnSpc>
                <a:spcPct val="100000"/>
              </a:lnSpc>
              <a:spcBef>
                <a:spcPts val="1200"/>
              </a:spcBef>
              <a:spcAft>
                <a:spcPts val="600"/>
              </a:spcAft>
              <a:buSzPts val="2766"/>
              <a:buFont typeface="Arial"/>
              <a:buChar char="•"/>
              <a:defRPr>
                <a:latin typeface="Century Gothic"/>
              </a:defRPr>
            </a:pPr>
            <a:r>
              <a:rPr lang="en-US" sz="2000" dirty="0">
                <a:solidFill>
                  <a:srgbClr val="000000"/>
                </a:solidFill>
                <a:latin typeface="Century Gothic"/>
              </a:rPr>
              <a:t>Calculates changes in any language’s share of the global population of language speakers – tracking </a:t>
            </a:r>
            <a:r>
              <a:rPr lang="en-US" sz="2000" i="1" dirty="0">
                <a:solidFill>
                  <a:srgbClr val="000000"/>
                </a:solidFill>
                <a:latin typeface="Century Gothic"/>
              </a:rPr>
              <a:t>proportional</a:t>
            </a:r>
            <a:r>
              <a:rPr lang="en-US" sz="2000" dirty="0">
                <a:solidFill>
                  <a:srgbClr val="000000"/>
                </a:solidFill>
                <a:latin typeface="Century Gothic"/>
              </a:rPr>
              <a:t> </a:t>
            </a:r>
            <a:r>
              <a:rPr lang="en-US" sz="2000" i="1" dirty="0">
                <a:solidFill>
                  <a:srgbClr val="000000"/>
                </a:solidFill>
                <a:latin typeface="Century Gothic"/>
              </a:rPr>
              <a:t>change</a:t>
            </a:r>
          </a:p>
          <a:p>
            <a:pPr marL="457200" lvl="0" indent="-317500" algn="l" rtl="0">
              <a:lnSpc>
                <a:spcPct val="100000"/>
              </a:lnSpc>
              <a:spcBef>
                <a:spcPts val="1200"/>
              </a:spcBef>
              <a:spcAft>
                <a:spcPts val="600"/>
              </a:spcAft>
              <a:buSzPts val="2766"/>
              <a:buFont typeface="Arial"/>
              <a:buChar char="•"/>
              <a:defRPr>
                <a:latin typeface="Century Gothic"/>
              </a:defRPr>
            </a:pPr>
            <a:r>
              <a:rPr lang="en-US" sz="2000" dirty="0">
                <a:solidFill>
                  <a:srgbClr val="000000"/>
                </a:solidFill>
                <a:latin typeface="Century Gothic"/>
              </a:rPr>
              <a:t>Does not calculate endangerment decline in number of speakers for any unique language</a:t>
            </a:r>
          </a:p>
          <a:p>
            <a:pPr indent="-317500">
              <a:spcBef>
                <a:spcPts val="1200"/>
              </a:spcBef>
              <a:spcAft>
                <a:spcPts val="600"/>
              </a:spcAft>
              <a:buSzPts val="2766"/>
              <a:buFont typeface="Arial"/>
              <a:buChar char="•"/>
              <a:defRPr>
                <a:latin typeface="Century Gothic"/>
              </a:defRPr>
            </a:pPr>
            <a:r>
              <a:rPr lang="en-US" sz="2000" dirty="0">
                <a:solidFill>
                  <a:srgbClr val="000000"/>
                </a:solidFill>
                <a:latin typeface="Century Gothic"/>
              </a:rPr>
              <a:t>Last conducted in 2010 Based on a sample of 1,500 languages</a:t>
            </a:r>
          </a:p>
          <a:p>
            <a:pPr indent="-317500">
              <a:spcBef>
                <a:spcPts val="1200"/>
              </a:spcBef>
              <a:spcAft>
                <a:spcPts val="600"/>
              </a:spcAft>
              <a:buSzPts val="2766"/>
              <a:buFont typeface="Arial"/>
              <a:buChar char="•"/>
              <a:defRPr>
                <a:latin typeface="Century Gothic"/>
              </a:defRPr>
            </a:pPr>
            <a:r>
              <a:rPr lang="en-US" sz="2000" dirty="0">
                <a:solidFill>
                  <a:srgbClr val="000000"/>
                </a:solidFill>
                <a:latin typeface="Century Gothic"/>
              </a:rPr>
              <a:t>The current indicator adopted by COP 13/28</a:t>
            </a:r>
          </a:p>
          <a:p>
            <a:pPr lvl="0" indent="-317500">
              <a:lnSpc>
                <a:spcPct val="100000"/>
              </a:lnSpc>
              <a:spcBef>
                <a:spcPts val="1200"/>
              </a:spcBef>
              <a:spcAft>
                <a:spcPts val="600"/>
              </a:spcAft>
              <a:buSzPts val="2766"/>
              <a:buFont typeface="Arial"/>
              <a:buChar char="•"/>
              <a:defRPr>
                <a:latin typeface="Century Gothic"/>
              </a:defRPr>
            </a:pPr>
            <a:r>
              <a:rPr lang="en-US" sz="2000" dirty="0">
                <a:solidFill>
                  <a:srgbClr val="000000"/>
                </a:solidFill>
                <a:latin typeface="Century Gothic"/>
              </a:rPr>
              <a:t>Now included in the KMGBF Global Monitoring Framework as one of the four TK Indicators</a:t>
            </a:r>
            <a:endParaRP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pic>
        <p:nvPicPr>
          <p:cNvPr id="621" name="Google Shape;621;p5" descr="Screenshot 2024-03-04 at 11.50.12.png"/>
          <p:cNvPicPr preferRelativeResize="0">
            <a:picLocks noGrp="1"/>
          </p:cNvPicPr>
          <p:nvPr>
            <p:ph type="pic" idx="2"/>
          </p:nvPr>
        </p:nvPicPr>
        <p:blipFill rotWithShape="1">
          <a:blip r:embed="rId3">
            <a:alphaModFix/>
          </a:blip>
          <a:srcRect l="2555" t="2360" r="4405" b="21570"/>
          <a:stretch>
            <a:fillRect/>
          </a:stretch>
        </p:blipFill>
        <p:spPr>
          <a:xfrm>
            <a:off x="1791487" y="964689"/>
            <a:ext cx="9421826" cy="7252721"/>
          </a:xfrm>
          <a:prstGeom prst="rect">
            <a:avLst/>
          </a:prstGeom>
          <a:noFill/>
          <a:ln>
            <a:noFill/>
          </a:ln>
        </p:spPr>
      </p:pic>
      <p:sp>
        <p:nvSpPr>
          <p:cNvPr id="622" name="Google Shape;622;p5"/>
          <p:cNvSpPr txBox="1"/>
          <p:nvPr/>
        </p:nvSpPr>
        <p:spPr>
          <a:xfrm>
            <a:off x="1791487" y="8217410"/>
            <a:ext cx="9421826" cy="793343"/>
          </a:xfrm>
          <a:prstGeom prst="rect">
            <a:avLst/>
          </a:prstGeom>
          <a:noFill/>
          <a:ln>
            <a:noFill/>
          </a:ln>
        </p:spPr>
        <p:txBody>
          <a:bodyPr spcFirstLastPara="1" wrap="square" lIns="27075" tIns="27075" rIns="27075" bIns="27075" anchor="ctr" anchorCtr="0">
            <a:spAutoFit/>
          </a:bodyPr>
          <a:lstStyle/>
          <a:p>
            <a:pPr marL="0" marR="0" lvl="0" indent="0" algn="l" rtl="0">
              <a:lnSpc>
                <a:spcPct val="100000"/>
              </a:lnSpc>
              <a:spcBef>
                <a:spcPts val="0"/>
              </a:spcBef>
              <a:spcAft>
                <a:spcPts val="0"/>
              </a:spcAft>
              <a:buClr>
                <a:srgbClr val="2F655E"/>
              </a:buClr>
              <a:buSzPts val="1600"/>
              <a:buFont typeface="Gill Sans"/>
              <a:buNone/>
              <a:defRPr>
                <a:latin typeface="Century Gothic"/>
              </a:defRPr>
            </a:pPr>
            <a:r>
              <a:rPr lang="en-US" sz="1600" b="0" i="0" u="none" strike="noStrike" cap="none" dirty="0">
                <a:solidFill>
                  <a:srgbClr val="2F655E"/>
                </a:solidFill>
                <a:latin typeface="Century Gothic" panose="020B0502020202020204" pitchFamily="34" charset="0"/>
                <a:ea typeface="Gill Sans"/>
                <a:cs typeface="Gill Sans"/>
                <a:sym typeface="Gill Sans"/>
              </a:rPr>
              <a:t>Harmon and Loh 2010 The Index of Linguistic Diversity: A New Quantitative Measure of Trends in the Status of the World’s Languages. Showing estimated decline in global linguistic diversity from 1970-2005</a:t>
            </a:r>
            <a:endParaRPr sz="1600" dirty="0">
              <a:latin typeface="Century Gothic" panose="020B0502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pic>
        <p:nvPicPr>
          <p:cNvPr id="627" name="Google Shape;627;p6" descr="Screenshot 2024-03-04 at 11.50.22.png"/>
          <p:cNvPicPr preferRelativeResize="0">
            <a:picLocks noGrp="1"/>
          </p:cNvPicPr>
          <p:nvPr>
            <p:ph type="pic" idx="2"/>
          </p:nvPr>
        </p:nvPicPr>
        <p:blipFill rotWithShape="1">
          <a:blip r:embed="rId3">
            <a:alphaModFix/>
          </a:blip>
          <a:srcRect l="2158" t="11746" b="1867"/>
          <a:stretch>
            <a:fillRect/>
          </a:stretch>
        </p:blipFill>
        <p:spPr>
          <a:xfrm>
            <a:off x="1191986" y="832757"/>
            <a:ext cx="10363695" cy="7583772"/>
          </a:xfrm>
          <a:prstGeom prst="rect">
            <a:avLst/>
          </a:prstGeom>
          <a:noFill/>
          <a:ln>
            <a:noFill/>
          </a:ln>
        </p:spPr>
      </p:pic>
      <p:sp>
        <p:nvSpPr>
          <p:cNvPr id="2" name="TextBox 1">
            <a:extLst>
              <a:ext uri="{FF2B5EF4-FFF2-40B4-BE49-F238E27FC236}">
                <a16:creationId xmlns:a16="http://schemas.microsoft.com/office/drawing/2014/main" id="{87F1287E-D9EA-8D33-D151-E0584CB3D0BD}"/>
              </a:ext>
            </a:extLst>
          </p:cNvPr>
          <p:cNvSpPr txBox="1"/>
          <p:nvPr/>
        </p:nvSpPr>
        <p:spPr>
          <a:xfrm>
            <a:off x="1757589" y="8782343"/>
            <a:ext cx="9489622" cy="584775"/>
          </a:xfrm>
          <a:prstGeom prst="rect">
            <a:avLst/>
          </a:prstGeom>
          <a:noFill/>
        </p:spPr>
        <p:txBody>
          <a:bodyPr wrap="square" rtlCol="0">
            <a:spAutoFit/>
          </a:bodyPr>
          <a:lstStyle/>
          <a:p>
            <a:pPr>
              <a:lnSpc>
                <a:spcPct val="100000"/>
              </a:lnSpc>
              <a:spcBef>
                <a:spcPts val="0"/>
              </a:spcBef>
              <a:spcAft>
                <a:spcPts val="600"/>
              </a:spcAft>
              <a:defRPr>
                <a:latin typeface="Century Gothic"/>
              </a:defRPr>
            </a:pPr>
            <a:r>
              <a:rPr lang="en-GB" sz="1600" dirty="0">
                <a:solidFill>
                  <a:schemeClr val="tx1"/>
                </a:solidFill>
                <a:latin typeface="Century Gothic"/>
              </a:rPr>
              <a:t>The estimated change in the share of Indigenous languages as a proportion of languages spoken globally between 1970 and 2005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pic>
        <p:nvPicPr>
          <p:cNvPr id="632" name="Google Shape;632;p7" descr="Screenshot 2024-03-04 at 11.51.24.png"/>
          <p:cNvPicPr preferRelativeResize="0">
            <a:picLocks noGrp="1"/>
          </p:cNvPicPr>
          <p:nvPr>
            <p:ph type="pic" idx="2"/>
          </p:nvPr>
        </p:nvPicPr>
        <p:blipFill rotWithShape="1">
          <a:blip r:embed="rId3">
            <a:alphaModFix/>
          </a:blip>
          <a:srcRect l="2451" t="9424" b="1761"/>
          <a:stretch>
            <a:fillRect/>
          </a:stretch>
        </p:blipFill>
        <p:spPr>
          <a:xfrm>
            <a:off x="1045029" y="770164"/>
            <a:ext cx="10541034" cy="7886700"/>
          </a:xfrm>
          <a:prstGeom prst="rect">
            <a:avLst/>
          </a:prstGeom>
          <a:noFill/>
          <a:ln>
            <a:noFill/>
          </a:ln>
        </p:spPr>
      </p:pic>
      <p:sp>
        <p:nvSpPr>
          <p:cNvPr id="3" name="TextBox 2">
            <a:extLst>
              <a:ext uri="{FF2B5EF4-FFF2-40B4-BE49-F238E27FC236}">
                <a16:creationId xmlns:a16="http://schemas.microsoft.com/office/drawing/2014/main" id="{9DE8A862-B67B-1D98-5CFF-46281AC6DAAB}"/>
              </a:ext>
            </a:extLst>
          </p:cNvPr>
          <p:cNvSpPr txBox="1"/>
          <p:nvPr/>
        </p:nvSpPr>
        <p:spPr>
          <a:xfrm>
            <a:off x="2023382" y="8691048"/>
            <a:ext cx="7463518" cy="584775"/>
          </a:xfrm>
          <a:prstGeom prst="rect">
            <a:avLst/>
          </a:prstGeom>
          <a:noFill/>
        </p:spPr>
        <p:txBody>
          <a:bodyPr wrap="square">
            <a:spAutoFit/>
          </a:bodyPr>
          <a:lstStyle/>
          <a:p>
            <a:pPr>
              <a:lnSpc>
                <a:spcPct val="100000"/>
              </a:lnSpc>
              <a:spcBef>
                <a:spcPts val="0"/>
              </a:spcBef>
              <a:spcAft>
                <a:spcPts val="0"/>
              </a:spcAft>
              <a:defRPr>
                <a:latin typeface="Century Gothic"/>
              </a:defRPr>
            </a:pPr>
            <a:r>
              <a:rPr lang="en-GB" sz="1600" dirty="0">
                <a:solidFill>
                  <a:schemeClr val="tx1"/>
                </a:solidFill>
                <a:latin typeface="Century Gothic"/>
              </a:rPr>
              <a:t>The estimated change in the share of Indigenous languages as a proportion of languages spoken by region between 1970 and 2005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pic>
        <p:nvPicPr>
          <p:cNvPr id="637" name="Google Shape;637;p8" descr="Screenshot 2024-03-04 at 11.51.15.png"/>
          <p:cNvPicPr preferRelativeResize="0">
            <a:picLocks noGrp="1"/>
          </p:cNvPicPr>
          <p:nvPr>
            <p:ph type="pic" idx="2"/>
          </p:nvPr>
        </p:nvPicPr>
        <p:blipFill rotWithShape="1">
          <a:blip r:embed="rId3">
            <a:alphaModFix/>
          </a:blip>
          <a:srcRect t="10329" b="1727"/>
          <a:stretch>
            <a:fillRect/>
          </a:stretch>
        </p:blipFill>
        <p:spPr>
          <a:xfrm>
            <a:off x="1182860" y="1143000"/>
            <a:ext cx="10000489" cy="7698072"/>
          </a:xfrm>
          <a:prstGeom prst="rect">
            <a:avLst/>
          </a:prstGeom>
          <a:noFill/>
          <a:ln>
            <a:noFill/>
          </a:ln>
        </p:spPr>
      </p:pic>
      <p:sp>
        <p:nvSpPr>
          <p:cNvPr id="2" name="TextBox 1">
            <a:extLst>
              <a:ext uri="{FF2B5EF4-FFF2-40B4-BE49-F238E27FC236}">
                <a16:creationId xmlns:a16="http://schemas.microsoft.com/office/drawing/2014/main" id="{1B2C454F-3110-6725-A3CC-1CF3A4C0E5E3}"/>
              </a:ext>
            </a:extLst>
          </p:cNvPr>
          <p:cNvSpPr txBox="1"/>
          <p:nvPr/>
        </p:nvSpPr>
        <p:spPr>
          <a:xfrm>
            <a:off x="1821450" y="8707722"/>
            <a:ext cx="8275049" cy="830997"/>
          </a:xfrm>
          <a:prstGeom prst="rect">
            <a:avLst/>
          </a:prstGeom>
          <a:noFill/>
        </p:spPr>
        <p:txBody>
          <a:bodyPr wrap="square">
            <a:spAutoFit/>
          </a:bodyPr>
          <a:lstStyle/>
          <a:p>
            <a:pPr>
              <a:lnSpc>
                <a:spcPct val="100000"/>
              </a:lnSpc>
              <a:spcBef>
                <a:spcPts val="0"/>
              </a:spcBef>
              <a:spcAft>
                <a:spcPts val="0"/>
              </a:spcAft>
              <a:defRPr>
                <a:latin typeface="Century Gothic"/>
              </a:defRPr>
            </a:pPr>
            <a:r>
              <a:rPr lang="en-GB" sz="1600" dirty="0">
                <a:solidFill>
                  <a:schemeClr val="tx1"/>
                </a:solidFill>
                <a:latin typeface="Century Gothic"/>
              </a:rPr>
              <a:t>The estimated change in the share of Australian Indigenous languages as a proportion of languages spoken by region between 1970 and 2005. This was done as an example, changes were not calculated for each country.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9"/>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a:bodyPr>
          <a:lstStyle/>
          <a:p>
            <a:pPr marL="0" lvl="0" indent="0" algn="l" rtl="0">
              <a:lnSpc>
                <a:spcPct val="100000"/>
              </a:lnSpc>
              <a:spcBef>
                <a:spcPts val="0"/>
              </a:spcBef>
              <a:spcAft>
                <a:spcPts val="0"/>
              </a:spcAft>
              <a:buClr>
                <a:srgbClr val="FFFFFF"/>
              </a:buClr>
              <a:buSzPts val="5600"/>
              <a:buFont typeface="Gill Sans"/>
              <a:buNone/>
              <a:defRPr>
                <a:latin typeface="Century Gothic"/>
              </a:defRPr>
            </a:pPr>
            <a:r>
              <a:rPr lang="en-US" sz="5600" b="1" i="0" u="none" strike="noStrike" cap="none" dirty="0">
                <a:solidFill>
                  <a:srgbClr val="FFFFFF"/>
                </a:solidFill>
                <a:latin typeface="Century Gothic"/>
                <a:ea typeface="Gill Sans"/>
                <a:cs typeface="Gill Sans"/>
                <a:sym typeface="Gill Sans"/>
              </a:rPr>
              <a:t>Issues &amp; Proposal</a:t>
            </a:r>
            <a:endParaRPr b="1" dirty="0"/>
          </a:p>
        </p:txBody>
      </p:sp>
      <p:sp>
        <p:nvSpPr>
          <p:cNvPr id="643" name="Google Shape;643;p9"/>
          <p:cNvSpPr txBox="1">
            <a:spLocks noGrp="1"/>
          </p:cNvSpPr>
          <p:nvPr>
            <p:ph type="body" idx="1"/>
          </p:nvPr>
        </p:nvSpPr>
        <p:spPr>
          <a:xfrm>
            <a:off x="1034691" y="3513435"/>
            <a:ext cx="8349931" cy="5263853"/>
          </a:xfrm>
          <a:prstGeom prst="rect">
            <a:avLst/>
          </a:prstGeom>
          <a:noFill/>
          <a:ln>
            <a:noFill/>
          </a:ln>
        </p:spPr>
        <p:txBody>
          <a:bodyPr spcFirstLastPara="1" wrap="square" lIns="27075" tIns="27075" rIns="27075" bIns="27075" anchor="ctr" anchorCtr="0">
            <a:normAutofit/>
          </a:bodyPr>
          <a:lstStyle/>
          <a:p>
            <a:pPr marL="331665" lvl="0" indent="-331665" algn="l" rtl="0">
              <a:lnSpc>
                <a:spcPct val="100000"/>
              </a:lnSpc>
              <a:spcBef>
                <a:spcPts val="1200"/>
              </a:spcBef>
              <a:spcAft>
                <a:spcPts val="600"/>
              </a:spcAft>
              <a:buSzPts val="2716"/>
              <a:buFont typeface="Gill Sans"/>
              <a:buChar char="•"/>
              <a:defRPr>
                <a:latin typeface="Century Gothic"/>
              </a:defRPr>
            </a:pPr>
            <a:r>
              <a:rPr lang="en-US" sz="2400" dirty="0">
                <a:latin typeface="Century Gothic"/>
              </a:rPr>
              <a:t>Index of Linguistic Diversity not updated since 2010 (but lots more data now available)</a:t>
            </a:r>
            <a:endParaRPr sz="2400" dirty="0"/>
          </a:p>
          <a:p>
            <a:pPr marL="331665" lvl="0" indent="-331665" algn="l" rtl="0">
              <a:lnSpc>
                <a:spcPct val="100000"/>
              </a:lnSpc>
              <a:spcBef>
                <a:spcPts val="1200"/>
              </a:spcBef>
              <a:spcAft>
                <a:spcPts val="600"/>
              </a:spcAft>
              <a:buSzPts val="2716"/>
              <a:buFont typeface="Gill Sans"/>
              <a:buChar char="•"/>
              <a:defRPr>
                <a:latin typeface="Century Gothic"/>
              </a:defRPr>
            </a:pPr>
            <a:r>
              <a:rPr lang="en-US" sz="2400" dirty="0">
                <a:latin typeface="Century Gothic"/>
              </a:rPr>
              <a:t>Too high level, not available per country yet </a:t>
            </a:r>
          </a:p>
          <a:p>
            <a:pPr marL="331665" lvl="0" indent="-331665" algn="l" rtl="0">
              <a:lnSpc>
                <a:spcPct val="100000"/>
              </a:lnSpc>
              <a:spcBef>
                <a:spcPts val="1200"/>
              </a:spcBef>
              <a:spcAft>
                <a:spcPts val="600"/>
              </a:spcAft>
              <a:buSzPts val="2716"/>
              <a:buFont typeface="Gill Sans"/>
              <a:buChar char="•"/>
              <a:defRPr>
                <a:latin typeface="Century Gothic"/>
              </a:defRPr>
            </a:pPr>
            <a:r>
              <a:rPr lang="en-US" sz="2400" dirty="0">
                <a:latin typeface="Century Gothic"/>
              </a:rPr>
              <a:t>Need to refocus on language vitality rather than just endangerment</a:t>
            </a:r>
            <a:endParaRPr sz="2400" dirty="0"/>
          </a:p>
          <a:p>
            <a:pPr marL="331665" lvl="0" indent="-331665" algn="l" rtl="0">
              <a:lnSpc>
                <a:spcPct val="100000"/>
              </a:lnSpc>
              <a:spcBef>
                <a:spcPts val="1200"/>
              </a:spcBef>
              <a:spcAft>
                <a:spcPts val="600"/>
              </a:spcAft>
              <a:buSzPts val="2716"/>
              <a:buFont typeface="Gill Sans"/>
              <a:buChar char="•"/>
              <a:defRPr>
                <a:latin typeface="Century Gothic"/>
              </a:defRPr>
            </a:pPr>
            <a:r>
              <a:rPr lang="en-US" sz="2400" dirty="0">
                <a:latin typeface="Century Gothic"/>
              </a:rPr>
              <a:t>National level testing would allow for cooperation between national stats </a:t>
            </a:r>
            <a:r>
              <a:rPr lang="en-US" sz="2400" dirty="0" err="1">
                <a:latin typeface="Century Gothic"/>
              </a:rPr>
              <a:t>organisations</a:t>
            </a:r>
            <a:r>
              <a:rPr lang="en-US" sz="2400" dirty="0">
                <a:latin typeface="Century Gothic"/>
              </a:rPr>
              <a:t>, indigenous peoples </a:t>
            </a:r>
            <a:r>
              <a:rPr lang="en-US" sz="2400" dirty="0" err="1">
                <a:latin typeface="Century Gothic"/>
              </a:rPr>
              <a:t>organisations</a:t>
            </a:r>
            <a:r>
              <a:rPr lang="en-US" sz="2400" dirty="0">
                <a:latin typeface="Century Gothic"/>
              </a:rPr>
              <a:t>, NGOs and linguists</a:t>
            </a:r>
            <a:endParaRPr sz="2400" dirty="0"/>
          </a:p>
          <a:p>
            <a:pPr marL="331665" lvl="0" indent="-331665" algn="l" rtl="0">
              <a:lnSpc>
                <a:spcPct val="100000"/>
              </a:lnSpc>
              <a:spcBef>
                <a:spcPts val="1200"/>
              </a:spcBef>
              <a:spcAft>
                <a:spcPts val="600"/>
              </a:spcAft>
              <a:buSzPts val="2716"/>
              <a:buFont typeface="Gill Sans"/>
              <a:buChar char="•"/>
              <a:defRPr>
                <a:latin typeface="Century Gothic"/>
              </a:defRPr>
            </a:pPr>
            <a:r>
              <a:rPr lang="en-US" sz="2400" dirty="0">
                <a:latin typeface="Century Gothic"/>
              </a:rPr>
              <a:t>Outcome:  An indicator that is directly relevant to indigenous peoples, local communities and governments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7"/>
        <p:cNvGrpSpPr/>
        <p:nvPr/>
      </p:nvGrpSpPr>
      <p:grpSpPr>
        <a:xfrm>
          <a:off x="0" y="0"/>
          <a:ext cx="0" cy="0"/>
          <a:chOff x="0" y="0"/>
          <a:chExt cx="0" cy="0"/>
        </a:xfrm>
      </p:grpSpPr>
      <p:sp>
        <p:nvSpPr>
          <p:cNvPr id="648" name="Google Shape;648;p10"/>
          <p:cNvSpPr txBox="1">
            <a:spLocks noGrp="1"/>
          </p:cNvSpPr>
          <p:nvPr>
            <p:ph type="title"/>
          </p:nvPr>
        </p:nvSpPr>
        <p:spPr>
          <a:xfrm>
            <a:off x="840770" y="958170"/>
            <a:ext cx="8349931" cy="1660298"/>
          </a:xfrm>
          <a:prstGeom prst="rect">
            <a:avLst/>
          </a:prstGeom>
          <a:noFill/>
          <a:ln>
            <a:noFill/>
          </a:ln>
        </p:spPr>
        <p:txBody>
          <a:bodyPr spcFirstLastPara="1" wrap="square" lIns="27075" tIns="27075" rIns="27075" bIns="27075" anchor="b" anchorCtr="0">
            <a:normAutofit fontScale="90000"/>
          </a:bodyPr>
          <a:lstStyle/>
          <a:p>
            <a:pPr marL="0" lvl="0" indent="0" algn="l" rtl="0">
              <a:lnSpc>
                <a:spcPct val="100000"/>
              </a:lnSpc>
              <a:spcBef>
                <a:spcPts val="0"/>
              </a:spcBef>
              <a:spcAft>
                <a:spcPts val="0"/>
              </a:spcAft>
              <a:buClr>
                <a:srgbClr val="FFFFFF"/>
              </a:buClr>
              <a:buSzPts val="5600"/>
              <a:buFont typeface="Gill Sans"/>
              <a:buNone/>
              <a:defRPr>
                <a:latin typeface="Century Gothic"/>
              </a:defRPr>
            </a:pPr>
            <a:r>
              <a:rPr lang="en-US" sz="5600" b="1" i="0" u="none" strike="noStrike" cap="none" dirty="0">
                <a:solidFill>
                  <a:srgbClr val="FFFFFF"/>
                </a:solidFill>
                <a:latin typeface="Century Gothic" panose="02000603020000020003" pitchFamily="2" charset="0"/>
                <a:sym typeface="Gill Sans"/>
              </a:rPr>
              <a:t>Joint </a:t>
            </a:r>
            <a:r>
              <a:rPr lang="en-US" sz="5600" b="1" i="0" u="none" strike="noStrike" cap="none" dirty="0" err="1">
                <a:solidFill>
                  <a:srgbClr val="FFFFFF"/>
                </a:solidFill>
                <a:latin typeface="Century Gothic" panose="02000603020000020003" pitchFamily="2" charset="0"/>
                <a:sym typeface="Gill Sans"/>
              </a:rPr>
              <a:t>Programme</a:t>
            </a:r>
            <a:r>
              <a:rPr lang="en-US" sz="5600" b="1" i="0" u="none" strike="noStrike" cap="none" dirty="0">
                <a:solidFill>
                  <a:srgbClr val="FFFFFF"/>
                </a:solidFill>
                <a:latin typeface="Century Gothic" panose="02000603020000020003" pitchFamily="2" charset="0"/>
                <a:sym typeface="Gill Sans"/>
              </a:rPr>
              <a:t> on Biocultural Diversity</a:t>
            </a:r>
            <a:endParaRPr b="1" dirty="0">
              <a:latin typeface="Cochin" panose="02000603020000020003" pitchFamily="2" charset="0"/>
            </a:endParaRPr>
          </a:p>
        </p:txBody>
      </p:sp>
      <p:sp>
        <p:nvSpPr>
          <p:cNvPr id="649" name="Google Shape;649;p10"/>
          <p:cNvSpPr txBox="1">
            <a:spLocks noGrp="1"/>
          </p:cNvSpPr>
          <p:nvPr>
            <p:ph type="body" idx="1"/>
          </p:nvPr>
        </p:nvSpPr>
        <p:spPr>
          <a:xfrm>
            <a:off x="1034691" y="3513435"/>
            <a:ext cx="9861909" cy="5263853"/>
          </a:xfrm>
          <a:prstGeom prst="rect">
            <a:avLst/>
          </a:prstGeom>
          <a:noFill/>
          <a:ln>
            <a:noFill/>
          </a:ln>
        </p:spPr>
        <p:txBody>
          <a:bodyPr spcFirstLastPara="1" wrap="square" lIns="27075" tIns="27075" rIns="27075" bIns="27075" anchor="ctr" anchorCtr="0">
            <a:normAutofit lnSpcReduction="10000"/>
          </a:bodyPr>
          <a:lstStyle/>
          <a:p>
            <a:pPr marL="317988" lvl="0" indent="-317988" algn="l" rtl="0">
              <a:lnSpc>
                <a:spcPct val="100000"/>
              </a:lnSpc>
              <a:spcBef>
                <a:spcPts val="1200"/>
              </a:spcBef>
              <a:spcAft>
                <a:spcPts val="600"/>
              </a:spcAft>
              <a:buSzPts val="2604"/>
              <a:buFont typeface="Gill Sans"/>
              <a:buChar char="•"/>
              <a:defRPr>
                <a:latin typeface="Century Gothic"/>
              </a:defRPr>
            </a:pPr>
            <a:r>
              <a:rPr lang="en-US" sz="2400" dirty="0">
                <a:latin typeface="Century Gothic" panose="020B0502020202020204" pitchFamily="34" charset="0"/>
              </a:rPr>
              <a:t>Joint </a:t>
            </a:r>
            <a:r>
              <a:rPr lang="en-US" sz="2400" dirty="0" err="1">
                <a:latin typeface="Century Gothic" panose="020B0502020202020204" pitchFamily="34" charset="0"/>
              </a:rPr>
              <a:t>programme</a:t>
            </a:r>
            <a:r>
              <a:rPr lang="en-US" sz="2400" dirty="0">
                <a:latin typeface="Century Gothic" panose="020B0502020202020204" pitchFamily="34" charset="0"/>
              </a:rPr>
              <a:t> between CBD and UNESCO on Biocultural Diversity</a:t>
            </a:r>
            <a:endParaRPr sz="2400" dirty="0">
              <a:latin typeface="Century Gothic" panose="020B0502020202020204" pitchFamily="34" charset="0"/>
            </a:endParaRPr>
          </a:p>
          <a:p>
            <a:pPr marL="317988" lvl="0" indent="-317988" algn="l" rtl="0">
              <a:lnSpc>
                <a:spcPct val="100000"/>
              </a:lnSpc>
              <a:spcBef>
                <a:spcPts val="1200"/>
              </a:spcBef>
              <a:spcAft>
                <a:spcPts val="600"/>
              </a:spcAft>
              <a:buSzPts val="2604"/>
              <a:buFont typeface="Gill Sans"/>
              <a:buChar char="•"/>
              <a:defRPr>
                <a:latin typeface="Century Gothic"/>
              </a:defRPr>
            </a:pPr>
            <a:r>
              <a:rPr lang="en-US" sz="2400" dirty="0">
                <a:latin typeface="Century Gothic" panose="020B0502020202020204" pitchFamily="34" charset="0"/>
              </a:rPr>
              <a:t>2022-2032 is the United Nations International Decade of Indigenous Languages (UNESCO is the lead)</a:t>
            </a:r>
            <a:endParaRPr sz="2400" dirty="0">
              <a:latin typeface="Century Gothic" panose="020B0502020202020204" pitchFamily="34" charset="0"/>
            </a:endParaRPr>
          </a:p>
          <a:p>
            <a:pPr marL="317988" lvl="0" indent="-317988" algn="l" rtl="0">
              <a:lnSpc>
                <a:spcPct val="100000"/>
              </a:lnSpc>
              <a:spcBef>
                <a:spcPts val="1200"/>
              </a:spcBef>
              <a:spcAft>
                <a:spcPts val="600"/>
              </a:spcAft>
              <a:buSzPts val="2604"/>
              <a:buFont typeface="Gill Sans"/>
              <a:buChar char="•"/>
              <a:defRPr>
                <a:latin typeface="Century Gothic"/>
              </a:defRPr>
            </a:pPr>
            <a:r>
              <a:rPr lang="en-US" sz="2400" dirty="0">
                <a:latin typeface="Century Gothic" panose="020B0502020202020204" pitchFamily="34" charset="0"/>
              </a:rPr>
              <a:t>Opportunities to use the Article 8(J) </a:t>
            </a:r>
            <a:r>
              <a:rPr lang="en-US" sz="2400" dirty="0" err="1">
                <a:latin typeface="Century Gothic" panose="020B0502020202020204" pitchFamily="34" charset="0"/>
              </a:rPr>
              <a:t>programme</a:t>
            </a:r>
            <a:r>
              <a:rPr lang="en-US" sz="2400" dirty="0">
                <a:latin typeface="Century Gothic" panose="020B0502020202020204" pitchFamily="34" charset="0"/>
              </a:rPr>
              <a:t> of work as a forum for further indicator development, for creating partnerships, and sharing experience and best practice in in language vitality</a:t>
            </a:r>
            <a:endParaRPr sz="2400" dirty="0">
              <a:latin typeface="Century Gothic" panose="020B0502020202020204" pitchFamily="34" charset="0"/>
            </a:endParaRPr>
          </a:p>
          <a:p>
            <a:pPr marL="317988" lvl="0" indent="-317988" algn="l" rtl="0">
              <a:lnSpc>
                <a:spcPct val="100000"/>
              </a:lnSpc>
              <a:spcBef>
                <a:spcPts val="1200"/>
              </a:spcBef>
              <a:spcAft>
                <a:spcPts val="600"/>
              </a:spcAft>
              <a:buSzPts val="2604"/>
              <a:buFont typeface="Gill Sans"/>
              <a:buChar char="•"/>
              <a:defRPr>
                <a:latin typeface="Century Gothic"/>
              </a:defRPr>
            </a:pPr>
            <a:r>
              <a:rPr lang="en-US" sz="2400" dirty="0">
                <a:latin typeface="Century Gothic" panose="020B0502020202020204" pitchFamily="34" charset="0"/>
              </a:rPr>
              <a:t>A range of other important initiatives such as Indigenous Navigator, Endangered Languages Project, </a:t>
            </a:r>
            <a:r>
              <a:rPr lang="en-US" sz="2400" dirty="0" err="1">
                <a:latin typeface="Century Gothic" panose="020B0502020202020204" pitchFamily="34" charset="0"/>
              </a:rPr>
              <a:t>Glottolog</a:t>
            </a:r>
            <a:r>
              <a:rPr lang="en-US" sz="2400" dirty="0">
                <a:latin typeface="Century Gothic" panose="020B0502020202020204" pitchFamily="34" charset="0"/>
              </a:rPr>
              <a:t> and others could become involved in data generation and experience sharing</a:t>
            </a:r>
            <a:endParaRPr sz="2400" dirty="0">
              <a:latin typeface="Century Gothic" panose="020B0502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pic>
        <p:nvPicPr>
          <p:cNvPr id="654" name="Google Shape;654;p11" descr="CleanShot 2024-03-08 at 14.32.55@2x.png"/>
          <p:cNvPicPr preferRelativeResize="0">
            <a:picLocks noGrp="1"/>
          </p:cNvPicPr>
          <p:nvPr>
            <p:ph type="pic" idx="2"/>
          </p:nvPr>
        </p:nvPicPr>
        <p:blipFill rotWithShape="1">
          <a:blip r:embed="rId3">
            <a:alphaModFix/>
          </a:blip>
          <a:srcRect t="413" b="3909"/>
          <a:stretch/>
        </p:blipFill>
        <p:spPr>
          <a:xfrm>
            <a:off x="650081" y="651271"/>
            <a:ext cx="10935417" cy="84510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pic>
        <p:nvPicPr>
          <p:cNvPr id="660" name="Google Shape;660;p12" descr="WhatsApp Image 2024-03-04 at 10.46.11 (1) (2) copy.pdf"/>
          <p:cNvPicPr preferRelativeResize="0">
            <a:picLocks noGrp="1"/>
          </p:cNvPicPr>
          <p:nvPr>
            <p:ph type="pic" idx="2"/>
          </p:nvPr>
        </p:nvPicPr>
        <p:blipFill rotWithShape="1">
          <a:blip r:embed="rId3">
            <a:alphaModFix/>
          </a:blip>
          <a:srcRect l="1880" r="1880"/>
          <a:stretch/>
        </p:blipFill>
        <p:spPr>
          <a:xfrm>
            <a:off x="650081" y="651271"/>
            <a:ext cx="10935417" cy="8451058"/>
          </a:xfrm>
          <a:prstGeom prst="rect">
            <a:avLst/>
          </a:prstGeom>
          <a:noFill/>
          <a:ln>
            <a:noFill/>
          </a:ln>
        </p:spPr>
      </p:pic>
      <p:sp>
        <p:nvSpPr>
          <p:cNvPr id="661" name="Google Shape;661;p12"/>
          <p:cNvSpPr txBox="1"/>
          <p:nvPr/>
        </p:nvSpPr>
        <p:spPr>
          <a:xfrm>
            <a:off x="934137" y="9071552"/>
            <a:ext cx="2328282" cy="300900"/>
          </a:xfrm>
          <a:prstGeom prst="rect">
            <a:avLst/>
          </a:prstGeom>
          <a:noFill/>
          <a:ln>
            <a:noFill/>
          </a:ln>
        </p:spPr>
        <p:txBody>
          <a:bodyPr spcFirstLastPara="1" wrap="square" lIns="27075" tIns="27075" rIns="27075" bIns="27075" anchor="ctr" anchorCtr="0">
            <a:spAutoFit/>
          </a:bodyPr>
          <a:lstStyle/>
          <a:p>
            <a:pPr marL="0" marR="0" lvl="0" indent="0" algn="l" rtl="0">
              <a:lnSpc>
                <a:spcPct val="100000"/>
              </a:lnSpc>
              <a:spcBef>
                <a:spcPts val="0"/>
              </a:spcBef>
              <a:spcAft>
                <a:spcPts val="0"/>
              </a:spcAft>
              <a:buClr>
                <a:srgbClr val="2F655E"/>
              </a:buClr>
              <a:buSzPts val="2200"/>
              <a:buFont typeface="Gill Sans"/>
              <a:buNone/>
              <a:defRPr>
                <a:latin typeface="Century Gothic"/>
              </a:defRPr>
            </a:pPr>
            <a:r>
              <a:rPr lang="en-US" sz="1600" b="0" i="0" u="none" strike="noStrike" cap="none" dirty="0">
                <a:solidFill>
                  <a:srgbClr val="2F655E"/>
                </a:solidFill>
                <a:latin typeface="Century Gothic"/>
                <a:ea typeface="Gill Sans"/>
                <a:cs typeface="Gill Sans"/>
                <a:sym typeface="Gill Sans"/>
              </a:rPr>
              <a:t>Bromham et al 2022</a:t>
            </a:r>
            <a:endParaRPr sz="1600" dirty="0">
              <a:latin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pic>
        <p:nvPicPr>
          <p:cNvPr id="666" name="Google Shape;666;p13" descr="CleanShot 2024-03-09 at 07.15.16@2x.png"/>
          <p:cNvPicPr preferRelativeResize="0">
            <a:picLocks noGrp="1"/>
          </p:cNvPicPr>
          <p:nvPr>
            <p:ph type="pic" idx="2"/>
          </p:nvPr>
        </p:nvPicPr>
        <p:blipFill rotWithShape="1">
          <a:blip r:embed="rId3">
            <a:alphaModFix/>
          </a:blip>
          <a:srcRect/>
          <a:stretch/>
        </p:blipFill>
        <p:spPr>
          <a:xfrm>
            <a:off x="1169176" y="651271"/>
            <a:ext cx="9897227" cy="845105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25"/>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a:bodyPr>
          <a:lstStyle/>
          <a:p>
            <a:pPr marL="0" lvl="0" indent="0" algn="l" rtl="0">
              <a:lnSpc>
                <a:spcPct val="100000"/>
              </a:lnSpc>
              <a:spcBef>
                <a:spcPts val="0"/>
              </a:spcBef>
              <a:spcAft>
                <a:spcPts val="0"/>
              </a:spcAft>
              <a:buClr>
                <a:srgbClr val="FFFFFF"/>
              </a:buClr>
              <a:buSzPts val="5600"/>
              <a:buFont typeface="Gill Sans"/>
              <a:buNone/>
              <a:defRPr>
                <a:latin typeface="Century Gothic"/>
              </a:defRPr>
            </a:pPr>
            <a:r>
              <a:rPr lang="en-US" sz="5600" b="1" i="0" u="none" strike="noStrike" cap="none" dirty="0" err="1">
                <a:solidFill>
                  <a:srgbClr val="FFFFFF"/>
                </a:solidFill>
                <a:latin typeface="Century Gothic"/>
                <a:ea typeface="Gill Sans"/>
                <a:cs typeface="Gill Sans"/>
                <a:sym typeface="Gill Sans"/>
              </a:rPr>
              <a:t>Glottolog</a:t>
            </a:r>
            <a:endParaRPr b="1" dirty="0"/>
          </a:p>
        </p:txBody>
      </p:sp>
      <p:sp>
        <p:nvSpPr>
          <p:cNvPr id="724" name="Google Shape;724;p25"/>
          <p:cNvSpPr txBox="1">
            <a:spLocks noGrp="1"/>
          </p:cNvSpPr>
          <p:nvPr>
            <p:ph type="body" idx="1"/>
          </p:nvPr>
        </p:nvSpPr>
        <p:spPr>
          <a:xfrm>
            <a:off x="1034703" y="3513425"/>
            <a:ext cx="11264400" cy="5263800"/>
          </a:xfrm>
          <a:prstGeom prst="rect">
            <a:avLst/>
          </a:prstGeom>
          <a:noFill/>
          <a:ln>
            <a:noFill/>
          </a:ln>
        </p:spPr>
        <p:txBody>
          <a:bodyPr spcFirstLastPara="1" wrap="square" lIns="27075" tIns="27075" rIns="27075" bIns="27075" anchor="ctr" anchorCtr="0">
            <a:normAutofit/>
          </a:bodyPr>
          <a:lstStyle/>
          <a:p>
            <a:pPr>
              <a:lnSpc>
                <a:spcPct val="100000"/>
              </a:lnSpc>
              <a:spcBef>
                <a:spcPts val="1200"/>
              </a:spcBef>
              <a:spcAft>
                <a:spcPts val="600"/>
              </a:spcAft>
              <a:buClr>
                <a:schemeClr val="tx1"/>
              </a:buClr>
              <a:defRPr>
                <a:latin typeface="Century Gothic"/>
              </a:defRPr>
            </a:pPr>
            <a:r>
              <a:rPr sz="2400" dirty="0">
                <a:solidFill>
                  <a:srgbClr val="000000"/>
                </a:solidFill>
                <a:latin typeface="Century Gothic" panose="020B0502020202020204" pitchFamily="34" charset="0"/>
                <a:cs typeface="Calibri" panose="020F0502020204030204" pitchFamily="34" charset="0"/>
              </a:rPr>
              <a:t>An initiative of the Max Planck Institute for Evolutionary Anthropology, </a:t>
            </a:r>
            <a:r>
              <a:rPr sz="2400" dirty="0" err="1">
                <a:solidFill>
                  <a:srgbClr val="000000"/>
                </a:solidFill>
                <a:latin typeface="Century Gothic" panose="020B0502020202020204" pitchFamily="34" charset="0"/>
                <a:cs typeface="Calibri" panose="020F0502020204030204" pitchFamily="34" charset="0"/>
              </a:rPr>
              <a:t>Glottolog</a:t>
            </a:r>
            <a:r>
              <a:rPr sz="2400" dirty="0">
                <a:solidFill>
                  <a:srgbClr val="000000"/>
                </a:solidFill>
                <a:latin typeface="Century Gothic" panose="020B0502020202020204" pitchFamily="34" charset="0"/>
                <a:cs typeface="Calibri" panose="020F0502020204030204" pitchFamily="34" charset="0"/>
              </a:rPr>
              <a:t> is an open source database of 7,674 spoken L1 languages (</a:t>
            </a:r>
            <a:r>
              <a:rPr sz="2400" dirty="0" err="1">
                <a:solidFill>
                  <a:srgbClr val="000000"/>
                </a:solidFill>
                <a:latin typeface="Century Gothic" panose="020B0502020202020204" pitchFamily="34" charset="0"/>
                <a:cs typeface="Calibri" panose="020F0502020204030204" pitchFamily="34" charset="0"/>
              </a:rPr>
              <a:t>Glottolog</a:t>
            </a:r>
            <a:r>
              <a:rPr sz="2400" dirty="0">
                <a:solidFill>
                  <a:srgbClr val="000000"/>
                </a:solidFill>
                <a:latin typeface="Century Gothic" panose="020B0502020202020204" pitchFamily="34" charset="0"/>
                <a:cs typeface="Calibri" panose="020F0502020204030204" pitchFamily="34" charset="0"/>
              </a:rPr>
              <a:t> 5.3, accessed 22 April 2026) with extensive academic referencing.</a:t>
            </a:r>
            <a:endParaRPr dirty="0">
              <a:solidFill>
                <a:srgbClr val="000000"/>
              </a:solidFill>
              <a:latin typeface="Century Gothic" panose="020B0502020202020204" pitchFamily="34" charset="0"/>
              <a:ea typeface="Arial"/>
              <a:cs typeface="Calibri" panose="020F0502020204030204" pitchFamily="34" charset="0"/>
              <a:sym typeface="Arial"/>
            </a:endParaRPr>
          </a:p>
          <a:p>
            <a:pPr>
              <a:lnSpc>
                <a:spcPct val="100000"/>
              </a:lnSpc>
              <a:spcBef>
                <a:spcPts val="1200"/>
              </a:spcBef>
              <a:spcAft>
                <a:spcPts val="600"/>
              </a:spcAft>
              <a:buClr>
                <a:schemeClr val="tx1"/>
              </a:buClr>
              <a:defRPr>
                <a:latin typeface="Century Gothic"/>
              </a:defRPr>
            </a:pPr>
            <a:r>
              <a:rPr lang="en-US" sz="2400" dirty="0">
                <a:solidFill>
                  <a:srgbClr val="000000"/>
                </a:solidFill>
                <a:latin typeface="Century Gothic" panose="020B0502020202020204" pitchFamily="34" charset="0"/>
                <a:ea typeface="Arial"/>
                <a:cs typeface="Calibri" panose="020F0502020204030204" pitchFamily="34" charset="0"/>
                <a:sym typeface="Arial"/>
              </a:rPr>
              <a:t>It does not include speaker numbers, although it does calculate endangerment level based on an amalgamation of other endangerment scales</a:t>
            </a:r>
            <a:endParaRPr dirty="0">
              <a:solidFill>
                <a:srgbClr val="000000"/>
              </a:solidFill>
              <a:latin typeface="Century Gothic" panose="020B0502020202020204" pitchFamily="34" charset="0"/>
              <a:ea typeface="Arial"/>
              <a:cs typeface="Calibri" panose="020F0502020204030204" pitchFamily="34" charset="0"/>
              <a:sym typeface="Arial"/>
            </a:endParaRPr>
          </a:p>
          <a:p>
            <a:pPr>
              <a:lnSpc>
                <a:spcPct val="100000"/>
              </a:lnSpc>
              <a:spcBef>
                <a:spcPts val="1200"/>
              </a:spcBef>
              <a:spcAft>
                <a:spcPts val="600"/>
              </a:spcAft>
              <a:buClr>
                <a:schemeClr val="tx1"/>
              </a:buClr>
              <a:defRPr>
                <a:latin typeface="Century Gothic"/>
              </a:defRPr>
            </a:pPr>
            <a:r>
              <a:rPr lang="en-US" sz="2400" dirty="0">
                <a:solidFill>
                  <a:srgbClr val="000000"/>
                </a:solidFill>
                <a:latin typeface="Century Gothic" panose="020B0502020202020204" pitchFamily="34" charset="0"/>
                <a:ea typeface="Arial"/>
                <a:cs typeface="Calibri" panose="020F0502020204030204" pitchFamily="34" charset="0"/>
                <a:sym typeface="Arial"/>
              </a:rPr>
              <a:t>A calculation of documentation levels (e.g. Is a grammar or wordlist for this language available) is also available by endangerment level.</a:t>
            </a:r>
            <a:endParaRPr dirty="0">
              <a:solidFill>
                <a:srgbClr val="000000"/>
              </a:solidFill>
              <a:latin typeface="Century Gothic" panose="020B0502020202020204" pitchFamily="34" charset="0"/>
              <a:ea typeface="Arial"/>
              <a:cs typeface="Calibri" panose="020F0502020204030204" pitchFamily="34" charset="0"/>
              <a:sym typeface="Arial"/>
            </a:endParaRPr>
          </a:p>
          <a:p>
            <a:pPr>
              <a:lnSpc>
                <a:spcPct val="100000"/>
              </a:lnSpc>
              <a:spcBef>
                <a:spcPts val="1200"/>
              </a:spcBef>
              <a:spcAft>
                <a:spcPts val="600"/>
              </a:spcAft>
              <a:buClr>
                <a:schemeClr val="tx1"/>
              </a:buClr>
              <a:defRPr>
                <a:latin typeface="Century Gothic"/>
              </a:defRPr>
            </a:pPr>
            <a:r>
              <a:rPr lang="en-US" sz="2400" dirty="0">
                <a:solidFill>
                  <a:srgbClr val="000000"/>
                </a:solidFill>
                <a:latin typeface="Century Gothic" panose="020B0502020202020204" pitchFamily="34" charset="0"/>
                <a:ea typeface="Arial"/>
                <a:cs typeface="Calibri" panose="020F0502020204030204" pitchFamily="34" charset="0"/>
                <a:sym typeface="Arial"/>
              </a:rPr>
              <a:t>Many of these sources include ISO codes, which provides an opportunity when it comes to data aggregation and analysis. </a:t>
            </a:r>
            <a:endParaRPr dirty="0">
              <a:latin typeface="Century Gothic" panose="020B0502020202020204" pitchFamily="34" charset="0"/>
              <a:cs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pic>
        <p:nvPicPr>
          <p:cNvPr id="671" name="Google Shape;671;p14" descr="CleanShot 2024-03-09 at 07.12.02@2x.png"/>
          <p:cNvPicPr preferRelativeResize="0">
            <a:picLocks noGrp="1"/>
          </p:cNvPicPr>
          <p:nvPr>
            <p:ph type="pic" idx="2"/>
          </p:nvPr>
        </p:nvPicPr>
        <p:blipFill rotWithShape="1">
          <a:blip r:embed="rId3">
            <a:alphaModFix/>
          </a:blip>
          <a:srcRect l="743" t="1075"/>
          <a:stretch/>
        </p:blipFill>
        <p:spPr>
          <a:xfrm>
            <a:off x="764381" y="1519008"/>
            <a:ext cx="10854137" cy="671558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E7078-8AED-1769-434D-85BFEFB0A4ED}"/>
              </a:ext>
            </a:extLst>
          </p:cNvPr>
          <p:cNvSpPr>
            <a:spLocks noGrp="1"/>
          </p:cNvSpPr>
          <p:nvPr>
            <p:ph type="title"/>
          </p:nvPr>
        </p:nvSpPr>
        <p:spPr/>
        <p:txBody>
          <a:bodyPr wrap="square">
            <a:normAutofit fontScale="90000"/>
          </a:bodyPr>
          <a:lstStyle/>
          <a:p>
            <a:pPr>
              <a:lnSpc>
                <a:spcPct val="100000"/>
              </a:lnSpc>
              <a:spcBef>
                <a:spcPts val="0"/>
              </a:spcBef>
              <a:spcAft>
                <a:spcPts val="600"/>
              </a:spcAft>
              <a:defRPr>
                <a:latin typeface="Century Gothic"/>
              </a:defRPr>
            </a:pPr>
            <a:r>
              <a:rPr lang="en-GB" b="1" dirty="0">
                <a:latin typeface="Century Gothic"/>
              </a:rPr>
              <a:t>Mapping Glottolog Data</a:t>
            </a:r>
          </a:p>
        </p:txBody>
      </p:sp>
      <p:sp>
        <p:nvSpPr>
          <p:cNvPr id="3" name="Text Placeholder 2">
            <a:extLst>
              <a:ext uri="{FF2B5EF4-FFF2-40B4-BE49-F238E27FC236}">
                <a16:creationId xmlns:a16="http://schemas.microsoft.com/office/drawing/2014/main" id="{624CED74-8D7F-01B4-D8B3-A92E05FA1D61}"/>
              </a:ext>
            </a:extLst>
          </p:cNvPr>
          <p:cNvSpPr>
            <a:spLocks noGrp="1"/>
          </p:cNvSpPr>
          <p:nvPr>
            <p:ph type="body" idx="1"/>
          </p:nvPr>
        </p:nvSpPr>
        <p:spPr>
          <a:xfrm>
            <a:off x="1034691" y="3513435"/>
            <a:ext cx="9633309" cy="5263853"/>
          </a:xfrm>
        </p:spPr>
        <p:txBody>
          <a:bodyPr wrap="square">
            <a:normAutofit fontScale="92500"/>
          </a:bodyPr>
          <a:lstStyle/>
          <a:p>
            <a:pPr>
              <a:lnSpc>
                <a:spcPct val="100000"/>
              </a:lnSpc>
              <a:spcBef>
                <a:spcPts val="1200"/>
              </a:spcBef>
              <a:spcAft>
                <a:spcPts val="600"/>
              </a:spcAft>
              <a:defRPr>
                <a:latin typeface="Century Gothic"/>
              </a:defRPr>
            </a:pPr>
            <a:r>
              <a:rPr lang="en-GB" sz="2400" b="1" dirty="0">
                <a:latin typeface="Century Gothic" panose="020B0502020202020204" pitchFamily="34" charset="0"/>
                <a:cs typeface="Calibri" panose="020F0502020204030204" pitchFamily="34" charset="0"/>
              </a:rPr>
              <a:t>Glottolog 5.3: </a:t>
            </a:r>
            <a:r>
              <a:rPr lang="en-GB" sz="2400" dirty="0">
                <a:latin typeface="Century Gothic" panose="020B0502020202020204" pitchFamily="34" charset="0"/>
                <a:cs typeface="Calibri" panose="020F0502020204030204" pitchFamily="34" charset="0"/>
              </a:rPr>
              <a:t>Global reference database of languages with standardized IDs, classifications, and geographic coordinates; used to map language distributions and analyse endangerment patterns.</a:t>
            </a:r>
            <a:endParaRPr lang="en-GB" sz="2400" b="1" dirty="0">
              <a:latin typeface="Century Gothic" panose="020B0502020202020204" pitchFamily="34" charset="0"/>
              <a:cs typeface="Calibri" panose="020F0502020204030204" pitchFamily="34" charset="0"/>
            </a:endParaRPr>
          </a:p>
          <a:p>
            <a:pPr>
              <a:lnSpc>
                <a:spcPct val="100000"/>
              </a:lnSpc>
              <a:spcBef>
                <a:spcPts val="1200"/>
              </a:spcBef>
              <a:spcAft>
                <a:spcPts val="600"/>
              </a:spcAft>
              <a:defRPr>
                <a:latin typeface="Century Gothic"/>
              </a:defRPr>
            </a:pPr>
            <a:r>
              <a:rPr sz="2400" b="1" dirty="0">
                <a:latin typeface="Century Gothic" panose="020B0502020202020204" pitchFamily="34" charset="0"/>
                <a:cs typeface="Calibri" panose="020F0502020204030204" pitchFamily="34" charset="0"/>
              </a:rPr>
              <a:t>Total language-level entries:</a:t>
            </a:r>
            <a:r>
              <a:rPr sz="2400" dirty="0">
                <a:latin typeface="Century Gothic" panose="020B0502020202020204" pitchFamily="34" charset="0"/>
                <a:cs typeface="Calibri" panose="020F0502020204030204" pitchFamily="34" charset="0"/>
              </a:rPr>
              <a:t> 8,618 (Spoken L1: 7,674)</a:t>
            </a:r>
          </a:p>
          <a:p>
            <a:pPr>
              <a:lnSpc>
                <a:spcPct val="100000"/>
              </a:lnSpc>
              <a:spcBef>
                <a:spcPts val="1200"/>
              </a:spcBef>
              <a:spcAft>
                <a:spcPts val="600"/>
              </a:spcAft>
              <a:defRPr>
                <a:latin typeface="Century Gothic"/>
              </a:defRPr>
            </a:pPr>
            <a:r>
              <a:rPr sz="2400" b="1" dirty="0">
                <a:latin typeface="Century Gothic" panose="020B0502020202020204" pitchFamily="34" charset="0"/>
                <a:cs typeface="Calibri" panose="020F0502020204030204" pitchFamily="34" charset="0"/>
              </a:rPr>
              <a:t>Spoken L1 with coordinates: </a:t>
            </a:r>
            <a:r>
              <a:rPr sz="2400" dirty="0">
                <a:latin typeface="Century Gothic" panose="020B0502020202020204" pitchFamily="34" charset="0"/>
                <a:cs typeface="Calibri" panose="020F0502020204030204" pitchFamily="34" charset="0"/>
              </a:rPr>
              <a:t>6,696</a:t>
            </a:r>
          </a:p>
          <a:p>
            <a:pPr>
              <a:lnSpc>
                <a:spcPct val="100000"/>
              </a:lnSpc>
              <a:spcBef>
                <a:spcPts val="1200"/>
              </a:spcBef>
              <a:spcAft>
                <a:spcPts val="600"/>
              </a:spcAft>
              <a:defRPr>
                <a:latin typeface="Century Gothic"/>
              </a:defRPr>
            </a:pPr>
            <a:r>
              <a:rPr sz="2400" b="1" dirty="0">
                <a:latin typeface="Century Gothic" panose="020B0502020202020204" pitchFamily="34" charset="0"/>
                <a:cs typeface="Calibri" panose="020F0502020204030204" pitchFamily="34" charset="0"/>
              </a:rPr>
              <a:t>Spoken L1 with country data: </a:t>
            </a:r>
            <a:r>
              <a:rPr sz="2400" dirty="0">
                <a:latin typeface="Century Gothic" panose="020B0502020202020204" pitchFamily="34" charset="0"/>
                <a:cs typeface="Calibri" panose="020F0502020204030204" pitchFamily="34" charset="0"/>
              </a:rPr>
              <a:t>6,694</a:t>
            </a:r>
            <a:r>
              <a:rPr lang="en-GB" sz="2400" dirty="0">
                <a:latin typeface="Century Gothic" panose="020B0502020202020204" pitchFamily="34" charset="0"/>
                <a:cs typeface="Calibri" panose="020F0502020204030204" pitchFamily="34" charset="0"/>
              </a:rPr>
              <a:t> </a:t>
            </a:r>
            <a:endParaRPr sz="2400" dirty="0">
              <a:latin typeface="Century Gothic" panose="020B0502020202020204" pitchFamily="34" charset="0"/>
              <a:cs typeface="Calibri" panose="020F0502020204030204" pitchFamily="34" charset="0"/>
            </a:endParaRPr>
          </a:p>
          <a:p>
            <a:pPr>
              <a:lnSpc>
                <a:spcPct val="100000"/>
              </a:lnSpc>
              <a:spcBef>
                <a:spcPts val="1200"/>
              </a:spcBef>
              <a:spcAft>
                <a:spcPts val="600"/>
              </a:spcAft>
              <a:defRPr>
                <a:latin typeface="Century Gothic"/>
              </a:defRPr>
            </a:pPr>
            <a:r>
              <a:rPr sz="2400" b="1" dirty="0">
                <a:latin typeface="Century Gothic" panose="020B0502020202020204" pitchFamily="34" charset="0"/>
                <a:cs typeface="Calibri" panose="020F0502020204030204" pitchFamily="34" charset="0"/>
              </a:rPr>
              <a:t>Endangered spoken L1 languages</a:t>
            </a:r>
            <a:r>
              <a:rPr sz="2400" dirty="0">
                <a:latin typeface="Century Gothic" panose="020B0502020202020204" pitchFamily="34" charset="0"/>
                <a:cs typeface="Calibri" panose="020F0502020204030204" pitchFamily="34" charset="0"/>
              </a:rPr>
              <a:t>: 4,075 (60.8%)</a:t>
            </a:r>
          </a:p>
          <a:p>
            <a:pPr>
              <a:lnSpc>
                <a:spcPct val="100000"/>
              </a:lnSpc>
              <a:spcBef>
                <a:spcPts val="1200"/>
              </a:spcBef>
              <a:spcAft>
                <a:spcPts val="600"/>
              </a:spcAft>
              <a:defRPr>
                <a:latin typeface="Century Gothic"/>
              </a:defRPr>
            </a:pPr>
            <a:r>
              <a:rPr lang="en-GB" sz="2400" dirty="0">
                <a:latin typeface="Century Gothic" panose="020B0502020202020204" pitchFamily="34" charset="0"/>
                <a:cs typeface="Calibri" panose="020F0502020204030204" pitchFamily="34" charset="0"/>
              </a:rPr>
              <a:t>Each language is represented by a single centroid co-ordinate which could represent the geographic centre-point of a single population, a demographic centre-point or a historical location</a:t>
            </a:r>
          </a:p>
        </p:txBody>
      </p:sp>
    </p:spTree>
    <p:extLst>
      <p:ext uri="{BB962C8B-B14F-4D97-AF65-F5344CB8AC3E}">
        <p14:creationId xmlns:p14="http://schemas.microsoft.com/office/powerpoint/2010/main" val="3275331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pic>
        <p:nvPicPr>
          <p:cNvPr id="676" name="Google Shape;676;p15" descr="Screenshot 2024-03-04 at 12.15.40.png"/>
          <p:cNvPicPr preferRelativeResize="0">
            <a:picLocks noGrp="1"/>
          </p:cNvPicPr>
          <p:nvPr>
            <p:ph type="pic" idx="2"/>
          </p:nvPr>
        </p:nvPicPr>
        <p:blipFill rotWithShape="1">
          <a:blip r:embed="rId3">
            <a:alphaModFix/>
          </a:blip>
          <a:srcRect l="26110" t="17506" r="19742" b="21068"/>
          <a:stretch/>
        </p:blipFill>
        <p:spPr>
          <a:xfrm>
            <a:off x="1890249" y="2800292"/>
            <a:ext cx="8292608" cy="5878524"/>
          </a:xfrm>
          <a:prstGeom prst="rect">
            <a:avLst/>
          </a:prstGeom>
          <a:noFill/>
          <a:ln>
            <a:noFill/>
          </a:ln>
        </p:spPr>
      </p:pic>
      <p:sp>
        <p:nvSpPr>
          <p:cNvPr id="677" name="Google Shape;677;p15"/>
          <p:cNvSpPr txBox="1"/>
          <p:nvPr/>
        </p:nvSpPr>
        <p:spPr>
          <a:xfrm>
            <a:off x="1890249" y="8875829"/>
            <a:ext cx="5457608" cy="239345"/>
          </a:xfrm>
          <a:prstGeom prst="rect">
            <a:avLst/>
          </a:prstGeom>
          <a:noFill/>
          <a:ln>
            <a:noFill/>
          </a:ln>
        </p:spPr>
        <p:txBody>
          <a:bodyPr spcFirstLastPara="1" wrap="square" lIns="27075" tIns="27075" rIns="27075" bIns="27075" anchor="ctr" anchorCtr="0">
            <a:spAutoFit/>
          </a:bodyPr>
          <a:lstStyle/>
          <a:p>
            <a:pPr marL="0" marR="0" lvl="0" indent="0" algn="l" rtl="0">
              <a:lnSpc>
                <a:spcPct val="100000"/>
              </a:lnSpc>
              <a:spcBef>
                <a:spcPts val="0"/>
              </a:spcBef>
              <a:spcAft>
                <a:spcPts val="0"/>
              </a:spcAft>
              <a:buClr>
                <a:srgbClr val="2F655E"/>
              </a:buClr>
              <a:buSzPts val="2200"/>
              <a:buFont typeface="Gill Sans"/>
              <a:buNone/>
              <a:defRPr>
                <a:latin typeface="Century Gothic"/>
              </a:defRPr>
            </a:pPr>
            <a:r>
              <a:rPr lang="en-US" sz="1200" b="0" i="0" u="none" strike="noStrike" cap="none" dirty="0" err="1">
                <a:solidFill>
                  <a:srgbClr val="2F655E"/>
                </a:solidFill>
                <a:latin typeface="Century Gothic"/>
                <a:ea typeface="Gill Sans"/>
                <a:cs typeface="Gill Sans"/>
                <a:sym typeface="Gill Sans"/>
              </a:rPr>
              <a:t>Language Endangerment by Macroarea (Glottolog 5.3, spoken L1, non-extinct)</a:t>
            </a:r>
            <a:endParaRPr sz="1200" dirty="0"/>
          </a:p>
        </p:txBody>
      </p:sp>
      <p:pic>
        <p:nvPicPr>
          <p:cNvPr id="678" name="Picture 677" descr="macroarea_table.png"/>
          <p:cNvPicPr>
            <a:picLocks noChangeAspect="1"/>
          </p:cNvPicPr>
          <p:nvPr/>
        </p:nvPicPr>
        <p:blipFill>
          <a:blip r:embed="rId4"/>
          <a:stretch>
            <a:fillRect/>
          </a:stretch>
        </p:blipFill>
        <p:spPr>
          <a:xfrm>
            <a:off x="1890249" y="638426"/>
            <a:ext cx="8292602" cy="287660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184C5D-D3B6-DD2A-AA86-0D5B314A4FB0}"/>
              </a:ext>
            </a:extLst>
          </p:cNvPr>
          <p:cNvPicPr>
            <a:picLocks noChangeAspect="1"/>
          </p:cNvPicPr>
          <p:nvPr/>
        </p:nvPicPr>
        <p:blipFill>
          <a:blip r:embed="rId2"/>
          <a:srcRect l="426"/>
          <a:stretch>
            <a:fillRect/>
          </a:stretch>
        </p:blipFill>
        <p:spPr>
          <a:xfrm>
            <a:off x="0" y="101951"/>
            <a:ext cx="13362212" cy="9549697"/>
          </a:xfrm>
          <a:prstGeom prst="rect">
            <a:avLst/>
          </a:prstGeom>
        </p:spPr>
      </p:pic>
      <p:sp>
        <p:nvSpPr>
          <p:cNvPr id="2" name="TextBox 1">
            <a:extLst>
              <a:ext uri="{FF2B5EF4-FFF2-40B4-BE49-F238E27FC236}">
                <a16:creationId xmlns:a16="http://schemas.microsoft.com/office/drawing/2014/main" id="{B6731554-7BA5-0FC2-5733-216B0E253A95}"/>
              </a:ext>
            </a:extLst>
          </p:cNvPr>
          <p:cNvSpPr txBox="1"/>
          <p:nvPr/>
        </p:nvSpPr>
        <p:spPr>
          <a:xfrm>
            <a:off x="2381250" y="8648700"/>
            <a:ext cx="7372350" cy="523220"/>
          </a:xfrm>
          <a:prstGeom prst="rect">
            <a:avLst/>
          </a:prstGeom>
          <a:noFill/>
        </p:spPr>
        <p:txBody>
          <a:bodyPr wrap="square" rtlCol="0">
            <a:spAutoFit/>
          </a:bodyPr>
          <a:lstStyle/>
          <a:p>
            <a:pPr marL="50800">
              <a:spcAft>
                <a:spcPts val="600"/>
              </a:spcAft>
              <a:buClr>
                <a:srgbClr val="47977C"/>
              </a:buClr>
              <a:buSzPts val="2800"/>
              <a:defRPr>
                <a:latin typeface="Century Gothic"/>
              </a:defRPr>
            </a:pPr>
            <a:r>
              <a:rPr lang="en-GB" dirty="0">
                <a:solidFill>
                  <a:schemeClr val="tx1"/>
                </a:solidFill>
                <a:latin typeface="Century Gothic"/>
              </a:rPr>
              <a:t>Global map of terrestrial ecoregions (Olsen 2001) overlaid with Glottolog 5.3 language data</a:t>
            </a:r>
          </a:p>
        </p:txBody>
      </p:sp>
    </p:spTree>
    <p:extLst>
      <p:ext uri="{BB962C8B-B14F-4D97-AF65-F5344CB8AC3E}">
        <p14:creationId xmlns:p14="http://schemas.microsoft.com/office/powerpoint/2010/main" val="3874565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87912-DB21-B8DB-5C12-8E1483070BEE}"/>
              </a:ext>
            </a:extLst>
          </p:cNvPr>
          <p:cNvSpPr>
            <a:spLocks noGrp="1"/>
          </p:cNvSpPr>
          <p:nvPr>
            <p:ph type="title"/>
          </p:nvPr>
        </p:nvSpPr>
        <p:spPr/>
        <p:txBody>
          <a:bodyPr wrap="square">
            <a:normAutofit fontScale="90000"/>
          </a:bodyPr>
          <a:lstStyle/>
          <a:p>
            <a:pPr>
              <a:lnSpc>
                <a:spcPct val="100000"/>
              </a:lnSpc>
              <a:spcBef>
                <a:spcPts val="0"/>
              </a:spcBef>
              <a:spcAft>
                <a:spcPts val="600"/>
              </a:spcAft>
              <a:defRPr>
                <a:latin typeface="Century Gothic"/>
              </a:defRPr>
            </a:pPr>
            <a:r>
              <a:rPr lang="en-GB" b="1" dirty="0">
                <a:latin typeface="Century Gothic"/>
              </a:rPr>
              <a:t>Language Endangerment by UN Region</a:t>
            </a:r>
          </a:p>
        </p:txBody>
      </p:sp>
      <p:pic>
        <p:nvPicPr>
          <p:cNvPr id="3" name="Picture 2" descr="un_region_table.png"/>
          <p:cNvPicPr>
            <a:picLocks noChangeAspect="1"/>
          </p:cNvPicPr>
          <p:nvPr/>
        </p:nvPicPr>
        <p:blipFill>
          <a:blip r:embed="rId2"/>
          <a:stretch>
            <a:fillRect/>
          </a:stretch>
        </p:blipFill>
        <p:spPr>
          <a:xfrm>
            <a:off x="762000" y="3761432"/>
            <a:ext cx="11544300" cy="4682827"/>
          </a:xfrm>
          <a:prstGeom prst="rect">
            <a:avLst/>
          </a:prstGeom>
        </p:spPr>
      </p:pic>
    </p:spTree>
    <p:extLst>
      <p:ext uri="{BB962C8B-B14F-4D97-AF65-F5344CB8AC3E}">
        <p14:creationId xmlns:p14="http://schemas.microsoft.com/office/powerpoint/2010/main" val="27013288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fontScale="90000"/>
          </a:bodyPr>
          <a:lstStyle/>
          <a:p>
            <a:pPr>
              <a:lnSpc>
                <a:spcPct val="100000"/>
              </a:lnSpc>
              <a:spcBef>
                <a:spcPts val="0"/>
              </a:spcBef>
              <a:spcAft>
                <a:spcPts val="600"/>
              </a:spcAft>
            </a:pPr>
            <a:r>
              <a:rPr b="1" dirty="0">
                <a:latin typeface="Century Gothic"/>
              </a:rPr>
              <a:t>Language Endangerment by</a:t>
            </a:r>
            <a:r>
              <a:rPr lang="en-GB" b="1" dirty="0">
                <a:latin typeface="Century Gothic"/>
              </a:rPr>
              <a:t> Income</a:t>
            </a:r>
            <a:endParaRPr b="1" dirty="0">
              <a:latin typeface="Century Gothic"/>
            </a:endParaRPr>
          </a:p>
        </p:txBody>
      </p:sp>
      <p:pic>
        <p:nvPicPr>
          <p:cNvPr id="4" name="Picture 3" descr="wb_income_table.png"/>
          <p:cNvPicPr>
            <a:picLocks noChangeAspect="1"/>
          </p:cNvPicPr>
          <p:nvPr/>
        </p:nvPicPr>
        <p:blipFill>
          <a:blip r:embed="rId2"/>
          <a:stretch>
            <a:fillRect/>
          </a:stretch>
        </p:blipFill>
        <p:spPr>
          <a:xfrm>
            <a:off x="749300" y="3792590"/>
            <a:ext cx="11506199" cy="466737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16"/>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fontScale="90000"/>
          </a:bodyPr>
          <a:lstStyle/>
          <a:p>
            <a:pPr marL="0" marR="0" lvl="0" indent="0" algn="l" rtl="0">
              <a:lnSpc>
                <a:spcPct val="100000"/>
              </a:lnSpc>
              <a:spcBef>
                <a:spcPts val="0"/>
              </a:spcBef>
              <a:spcAft>
                <a:spcPts val="600"/>
              </a:spcAft>
              <a:buClr>
                <a:srgbClr val="79CABF"/>
              </a:buClr>
              <a:buSzPts val="5600"/>
              <a:buFont typeface="Gill Sans"/>
              <a:buNone/>
              <a:defRPr>
                <a:latin typeface="Century Gothic"/>
              </a:defRPr>
            </a:pPr>
            <a:r>
              <a:rPr lang="en-US" b="1" dirty="0">
                <a:latin typeface="Century Gothic"/>
              </a:rPr>
              <a:t>A Human Rights Based Approach</a:t>
            </a:r>
            <a:endParaRPr b="1" dirty="0"/>
          </a:p>
        </p:txBody>
      </p:sp>
      <p:sp>
        <p:nvSpPr>
          <p:cNvPr id="684" name="Google Shape;684;p16"/>
          <p:cNvSpPr txBox="1">
            <a:spLocks noGrp="1"/>
          </p:cNvSpPr>
          <p:nvPr>
            <p:ph type="body" idx="1"/>
          </p:nvPr>
        </p:nvSpPr>
        <p:spPr>
          <a:xfrm>
            <a:off x="1034691" y="3513435"/>
            <a:ext cx="9461859" cy="5263853"/>
          </a:xfrm>
          <a:prstGeom prst="rect">
            <a:avLst/>
          </a:prstGeom>
          <a:noFill/>
          <a:ln>
            <a:noFill/>
          </a:ln>
        </p:spPr>
        <p:txBody>
          <a:bodyPr spcFirstLastPara="1" wrap="square" lIns="27075" tIns="27075" rIns="27075" bIns="27075" anchor="ctr" anchorCtr="0">
            <a:noAutofit/>
          </a:bodyPr>
          <a:lstStyle/>
          <a:p>
            <a:pPr marL="355600" lvl="0" indent="-355600" algn="l" rtl="0">
              <a:lnSpc>
                <a:spcPct val="100000"/>
              </a:lnSpc>
              <a:spcBef>
                <a:spcPts val="1200"/>
              </a:spcBef>
              <a:spcAft>
                <a:spcPts val="600"/>
              </a:spcAft>
              <a:buSzPts val="2800"/>
              <a:buFont typeface="Gill Sans"/>
              <a:buChar char="•"/>
              <a:defRPr>
                <a:latin typeface="Century Gothic"/>
              </a:defRPr>
            </a:pPr>
            <a:r>
              <a:rPr lang="en-US" sz="2200" dirty="0">
                <a:latin typeface="Century Gothic"/>
              </a:rPr>
              <a:t>Language rights are fundamental human rights (UN Convention on the Rights of the Child)</a:t>
            </a:r>
            <a:endParaRPr sz="2200" dirty="0"/>
          </a:p>
          <a:p>
            <a:pPr marL="355600" lvl="0" indent="-355600" algn="l" rtl="0">
              <a:lnSpc>
                <a:spcPct val="100000"/>
              </a:lnSpc>
              <a:spcBef>
                <a:spcPts val="1200"/>
              </a:spcBef>
              <a:spcAft>
                <a:spcPts val="600"/>
              </a:spcAft>
              <a:buSzPts val="2800"/>
              <a:buFont typeface="Gill Sans"/>
              <a:buChar char="•"/>
              <a:defRPr>
                <a:latin typeface="Century Gothic"/>
              </a:defRPr>
            </a:pPr>
            <a:r>
              <a:rPr lang="en-US" sz="2200" dirty="0">
                <a:latin typeface="Century Gothic"/>
              </a:rPr>
              <a:t>Intergenerational transmission of languages is key for language vitality</a:t>
            </a:r>
          </a:p>
          <a:p>
            <a:pPr marL="355600" lvl="0" indent="-355600" algn="l" rtl="0">
              <a:lnSpc>
                <a:spcPct val="100000"/>
              </a:lnSpc>
              <a:spcBef>
                <a:spcPts val="1200"/>
              </a:spcBef>
              <a:spcAft>
                <a:spcPts val="600"/>
              </a:spcAft>
              <a:buSzPts val="2800"/>
              <a:buFont typeface="Gill Sans"/>
              <a:buChar char="•"/>
              <a:defRPr>
                <a:latin typeface="Century Gothic"/>
              </a:defRPr>
            </a:pPr>
            <a:r>
              <a:rPr lang="en-US" sz="2200" dirty="0">
                <a:latin typeface="Century Gothic"/>
              </a:rPr>
              <a:t>There is a need to refocus on the intergenerational transmission of languages (and therefore knowledge) that people can do something about</a:t>
            </a:r>
          </a:p>
          <a:p>
            <a:pPr marL="355600" indent="-355600">
              <a:spcBef>
                <a:spcPts val="1200"/>
              </a:spcBef>
              <a:spcAft>
                <a:spcPts val="600"/>
              </a:spcAft>
              <a:defRPr>
                <a:latin typeface="Century Gothic"/>
              </a:defRPr>
            </a:pPr>
            <a:r>
              <a:rPr lang="en-US" sz="2200" dirty="0">
                <a:latin typeface="Century Gothic"/>
              </a:rPr>
              <a:t>We need indicators that are relevant to the communities that they are supposed to serve. Which enable those on the ground to feel that through their actions, they are making a positive contribution that can be shared, </a:t>
            </a:r>
            <a:r>
              <a:rPr lang="en-US" sz="2200" dirty="0" err="1">
                <a:latin typeface="Century Gothic"/>
              </a:rPr>
              <a:t>recognised</a:t>
            </a:r>
            <a:r>
              <a:rPr lang="en-US" sz="2200" dirty="0">
                <a:latin typeface="Century Gothic"/>
              </a:rPr>
              <a:t> and celebrated.</a:t>
            </a:r>
            <a:endParaRPr lang="en-US" sz="2200" dirty="0"/>
          </a:p>
          <a:p>
            <a:pPr marL="355600" indent="-355600">
              <a:spcBef>
                <a:spcPts val="1200"/>
              </a:spcBef>
              <a:spcAft>
                <a:spcPts val="600"/>
              </a:spcAft>
              <a:defRPr>
                <a:latin typeface="Century Gothic"/>
              </a:defRPr>
            </a:pPr>
            <a:r>
              <a:rPr lang="en-US" sz="2200" dirty="0">
                <a:latin typeface="Century Gothic"/>
              </a:rPr>
              <a:t>The linguistic diversity indicator, in our view, could, in conjunction with the other TK indicators, become such an indicator.</a:t>
            </a:r>
          </a:p>
        </p:txBody>
      </p:sp>
      <p:sp>
        <p:nvSpPr>
          <p:cNvPr id="685" name="Google Shape;685;p16"/>
          <p:cNvSpPr txBox="1"/>
          <p:nvPr/>
        </p:nvSpPr>
        <p:spPr>
          <a:xfrm>
            <a:off x="6212886" y="72099"/>
            <a:ext cx="579028" cy="389264"/>
          </a:xfrm>
          <a:prstGeom prst="rect">
            <a:avLst/>
          </a:prstGeom>
          <a:noFill/>
          <a:ln>
            <a:noFill/>
          </a:ln>
        </p:spPr>
        <p:txBody>
          <a:bodyPr spcFirstLastPara="1" wrap="square" lIns="27075" tIns="27075" rIns="27075" bIns="27075" anchor="ctr" anchorCtr="0">
            <a:spAutoFit/>
          </a:bodyPr>
          <a:lstStyle/>
          <a:p>
            <a:pPr marL="0" marR="0" lvl="0" indent="0" algn="ctr" rtl="0">
              <a:lnSpc>
                <a:spcPct val="100000"/>
              </a:lnSpc>
              <a:spcBef>
                <a:spcPts val="0"/>
              </a:spcBef>
              <a:spcAft>
                <a:spcPts val="0"/>
              </a:spcAft>
              <a:buClr>
                <a:srgbClr val="FFFFFF"/>
              </a:buClr>
              <a:buSzPts val="2200"/>
              <a:buFont typeface="Helvetica Neue"/>
              <a:buNone/>
              <a:defRPr>
                <a:latin typeface="Century Gothic"/>
              </a:defRPr>
            </a:pPr>
            <a:endParaRPr sz="2200" b="0"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23"/>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fontScale="90000"/>
          </a:bodyPr>
          <a:lstStyle/>
          <a:p>
            <a:pPr marL="0" lvl="0" indent="0" algn="l" rtl="0">
              <a:lnSpc>
                <a:spcPct val="100000"/>
              </a:lnSpc>
              <a:spcBef>
                <a:spcPts val="0"/>
              </a:spcBef>
              <a:spcAft>
                <a:spcPts val="0"/>
              </a:spcAft>
              <a:buClr>
                <a:srgbClr val="FFFFFF"/>
              </a:buClr>
              <a:buSzPts val="5600"/>
              <a:buFont typeface="Gill Sans"/>
              <a:buNone/>
              <a:defRPr>
                <a:latin typeface="Century Gothic"/>
              </a:defRPr>
            </a:pPr>
            <a:r>
              <a:rPr lang="en-US" sz="5600" b="1" i="0" u="none" strike="noStrike" cap="none" dirty="0">
                <a:solidFill>
                  <a:srgbClr val="FFFFFF"/>
                </a:solidFill>
                <a:latin typeface="Century Gothic"/>
                <a:ea typeface="Gill Sans"/>
                <a:cs typeface="Gill Sans"/>
                <a:sym typeface="Gill Sans"/>
              </a:rPr>
              <a:t>A Human Rights Based Approach</a:t>
            </a:r>
            <a:endParaRPr b="1" dirty="0"/>
          </a:p>
        </p:txBody>
      </p:sp>
      <p:sp>
        <p:nvSpPr>
          <p:cNvPr id="718" name="Google Shape;718;p23"/>
          <p:cNvSpPr txBox="1">
            <a:spLocks noGrp="1"/>
          </p:cNvSpPr>
          <p:nvPr>
            <p:ph type="body" idx="1"/>
          </p:nvPr>
        </p:nvSpPr>
        <p:spPr>
          <a:xfrm>
            <a:off x="1034691" y="3513435"/>
            <a:ext cx="8349931" cy="5263853"/>
          </a:xfrm>
          <a:prstGeom prst="rect">
            <a:avLst/>
          </a:prstGeom>
          <a:noFill/>
          <a:ln>
            <a:noFill/>
          </a:ln>
        </p:spPr>
        <p:txBody>
          <a:bodyPr spcFirstLastPara="1" wrap="square" lIns="27075" tIns="27075" rIns="27075" bIns="27075" anchor="ctr" anchorCtr="0">
            <a:normAutofit fontScale="92500"/>
          </a:bodyPr>
          <a:lstStyle/>
          <a:p>
            <a:pPr marL="0" lvl="0" indent="0" algn="l" rtl="0">
              <a:lnSpc>
                <a:spcPct val="100000"/>
              </a:lnSpc>
              <a:spcBef>
                <a:spcPts val="0"/>
              </a:spcBef>
              <a:spcAft>
                <a:spcPts val="600"/>
              </a:spcAft>
              <a:buClr>
                <a:srgbClr val="000000"/>
              </a:buClr>
              <a:buSzPts val="1466"/>
              <a:buFont typeface="Arial"/>
              <a:buNone/>
              <a:defRPr>
                <a:latin typeface="Century Gothic"/>
              </a:defRPr>
            </a:pPr>
            <a:r>
              <a:rPr lang="en-US" sz="1466">
                <a:solidFill>
                  <a:srgbClr val="000000"/>
                </a:solidFill>
                <a:latin typeface="Century Gothic"/>
                <a:ea typeface="Arial"/>
                <a:cs typeface="Arial"/>
                <a:sym typeface="Arial"/>
              </a:rPr>
              <a:t>A human rights based approach was adopted in the Global Biodiversity Framework (COP decision 15/4 C para 7(d))</a:t>
            </a:r>
            <a:endParaRPr sz="1200">
              <a:latin typeface="Times"/>
              <a:ea typeface="Times"/>
              <a:cs typeface="Times"/>
              <a:sym typeface="Times"/>
            </a:endParaRPr>
          </a:p>
          <a:p>
            <a:pPr marL="0" lvl="0" indent="0" algn="l" rtl="0">
              <a:lnSpc>
                <a:spcPct val="100000"/>
              </a:lnSpc>
              <a:spcBef>
                <a:spcPts val="0"/>
              </a:spcBef>
              <a:spcAft>
                <a:spcPts val="600"/>
              </a:spcAft>
              <a:buClr>
                <a:srgbClr val="000000"/>
              </a:buClr>
              <a:buSzPts val="1466"/>
              <a:buFont typeface="Arial"/>
              <a:buNone/>
              <a:defRPr>
                <a:latin typeface="Century Gothic"/>
              </a:defRPr>
            </a:pPr>
            <a:r>
              <a:rPr lang="en-US" sz="1466">
                <a:solidFill>
                  <a:srgbClr val="000000"/>
                </a:solidFill>
                <a:latin typeface="Century Gothic"/>
                <a:ea typeface="Arial"/>
                <a:cs typeface="Arial"/>
                <a:sym typeface="Arial"/>
              </a:rPr>
              <a:t>Article 30.1: UNDRIP “Indigenous peoples have the right to revitalise, use, develop and transmit to future generations their histories, languages, oral traditions, philosophies, writing systems and literatures, and to designate and retain their own names for communities, places and person”</a:t>
            </a:r>
            <a:endParaRPr sz="1200">
              <a:latin typeface="Times"/>
              <a:ea typeface="Times"/>
              <a:cs typeface="Times"/>
              <a:sym typeface="Times"/>
            </a:endParaRPr>
          </a:p>
          <a:p>
            <a:pPr marL="457200" lvl="0" indent="-317500" algn="l" rtl="0">
              <a:lnSpc>
                <a:spcPct val="100000"/>
              </a:lnSpc>
              <a:spcBef>
                <a:spcPts val="0"/>
              </a:spcBef>
              <a:spcAft>
                <a:spcPts val="600"/>
              </a:spcAft>
              <a:buClr>
                <a:srgbClr val="9FDABF"/>
              </a:buClr>
              <a:buSzPts val="1466"/>
              <a:buFont typeface="Arial"/>
              <a:buChar char="•"/>
              <a:defRPr>
                <a:latin typeface="Century Gothic"/>
              </a:defRPr>
            </a:pPr>
            <a:r>
              <a:rPr lang="en-US" sz="1466">
                <a:solidFill>
                  <a:srgbClr val="000000"/>
                </a:solidFill>
                <a:latin typeface="Century Gothic"/>
                <a:ea typeface="Arial"/>
                <a:cs typeface="Arial"/>
                <a:sym typeface="Arial"/>
              </a:rPr>
              <a:t>Article 14.1: UNDRIP Indigenous peoples have the right to establish and control their educational systems and institutions providing education in their own languages, in a manner appropriate to their cultural methods of teaching and learning”</a:t>
            </a:r>
            <a:endParaRPr/>
          </a:p>
          <a:p>
            <a:pPr marL="457200" lvl="0" indent="-317500" algn="l" rtl="0">
              <a:lnSpc>
                <a:spcPct val="100000"/>
              </a:lnSpc>
              <a:spcBef>
                <a:spcPts val="0"/>
              </a:spcBef>
              <a:spcAft>
                <a:spcPts val="600"/>
              </a:spcAft>
              <a:buClr>
                <a:srgbClr val="9FDABF"/>
              </a:buClr>
              <a:buSzPts val="1466"/>
              <a:buFont typeface="Arial"/>
              <a:buChar char="•"/>
              <a:defRPr>
                <a:latin typeface="Century Gothic"/>
              </a:defRPr>
            </a:pPr>
            <a:r>
              <a:rPr lang="en-US" sz="1466">
                <a:solidFill>
                  <a:srgbClr val="000000"/>
                </a:solidFill>
                <a:latin typeface="Century Gothic"/>
                <a:ea typeface="Arial"/>
                <a:cs typeface="Arial"/>
                <a:sym typeface="Arial"/>
              </a:rPr>
              <a:t>Article 19: Universal Declaration on Human Rights - freedom of expression as a human right</a:t>
            </a:r>
            <a:endParaRPr/>
          </a:p>
          <a:p>
            <a:pPr marL="457200" lvl="0" indent="-317500" algn="l" rtl="0">
              <a:lnSpc>
                <a:spcPct val="100000"/>
              </a:lnSpc>
              <a:spcBef>
                <a:spcPts val="0"/>
              </a:spcBef>
              <a:spcAft>
                <a:spcPts val="600"/>
              </a:spcAft>
              <a:buClr>
                <a:srgbClr val="9FDABF"/>
              </a:buClr>
              <a:buSzPts val="1466"/>
              <a:buFont typeface="Arial"/>
              <a:buChar char="•"/>
              <a:defRPr>
                <a:latin typeface="Century Gothic"/>
              </a:defRPr>
            </a:pPr>
            <a:r>
              <a:rPr lang="en-US" sz="1466">
                <a:solidFill>
                  <a:srgbClr val="000000"/>
                </a:solidFill>
                <a:latin typeface="Century Gothic"/>
                <a:ea typeface="Arial"/>
                <a:cs typeface="Arial"/>
                <a:sym typeface="Arial"/>
              </a:rPr>
              <a:t>Article 30: 1990 United Nations Convention on the Rights of the Child “In those States in which ethnic, religious or linguistic minorities or persons of indigenous origin exist, a child belonging to such a minority or who is indigenous shall not be denied the right, in community with other members of his or her group, to enjoy his or her own culture, to profess and practise his or her own religion, or to use his or her own language.”</a:t>
            </a:r>
            <a:endParaRPr/>
          </a:p>
          <a:p>
            <a:pPr marL="341745" lvl="0" indent="-202045" algn="l" rtl="0">
              <a:lnSpc>
                <a:spcPct val="100000"/>
              </a:lnSpc>
              <a:spcBef>
                <a:spcPts val="0"/>
              </a:spcBef>
              <a:spcAft>
                <a:spcPts val="600"/>
              </a:spcAft>
              <a:buClr>
                <a:srgbClr val="9FDABF"/>
              </a:buClr>
              <a:buSzPts val="933"/>
              <a:buFont typeface="Arial"/>
              <a:buChar char="•"/>
              <a:defRPr>
                <a:latin typeface="Century Gothic"/>
              </a:defRPr>
            </a:pPr>
            <a:r>
              <a:rPr lang="en-US" sz="1400">
                <a:solidFill>
                  <a:srgbClr val="000000"/>
                </a:solidFill>
                <a:latin typeface="Century Gothic"/>
                <a:ea typeface="Arial"/>
                <a:cs typeface="Arial"/>
                <a:sym typeface="Arial"/>
              </a:rPr>
              <a:t>As such, the indicator on linguistic diversity should be seen in light of the complementary policy framework of human rights and as part of the human rights based approach adopted in the Global Biodiversity Framework (COP decision 15/4 C para 7(d)). </a:t>
            </a:r>
            <a:endParaRPr sz="1466"/>
          </a:p>
          <a:p>
            <a:pPr marL="457200" lvl="0" indent="-317500" algn="l" rtl="0">
              <a:lnSpc>
                <a:spcPct val="100000"/>
              </a:lnSpc>
              <a:spcBef>
                <a:spcPts val="0"/>
              </a:spcBef>
              <a:spcAft>
                <a:spcPts val="600"/>
              </a:spcAft>
              <a:buClr>
                <a:srgbClr val="9FDABF"/>
              </a:buClr>
              <a:buSzPts val="1466"/>
              <a:buFont typeface="Arial"/>
              <a:buChar char="•"/>
              <a:defRPr>
                <a:latin typeface="Century Gothic"/>
              </a:defRPr>
            </a:pPr>
            <a:r>
              <a:rPr lang="en-US" sz="1466">
                <a:solidFill>
                  <a:srgbClr val="000000"/>
                </a:solidFill>
                <a:latin typeface="Century Gothic"/>
                <a:ea typeface="Arial"/>
                <a:cs typeface="Arial"/>
                <a:sym typeface="Arial"/>
              </a:rPr>
              <a:t>Section C: Considerations of the KMGBF: a) contribution and rights of Indigenous peoples and local communities</a:t>
            </a:r>
            <a:endParaRPr/>
          </a:p>
          <a:p>
            <a:pPr marL="457200" lvl="0" indent="-317500" algn="l" rtl="0">
              <a:lnSpc>
                <a:spcPct val="100000"/>
              </a:lnSpc>
              <a:spcBef>
                <a:spcPts val="0"/>
              </a:spcBef>
              <a:spcAft>
                <a:spcPts val="600"/>
              </a:spcAft>
              <a:buClr>
                <a:srgbClr val="9FDABF"/>
              </a:buClr>
              <a:buSzPts val="1466"/>
              <a:buFont typeface="Arial"/>
              <a:buChar char="•"/>
              <a:defRPr>
                <a:latin typeface="Century Gothic"/>
              </a:defRPr>
            </a:pPr>
            <a:r>
              <a:rPr lang="en-US" sz="1466">
                <a:solidFill>
                  <a:srgbClr val="000000"/>
                </a:solidFill>
                <a:latin typeface="Century Gothic"/>
                <a:ea typeface="Arial"/>
                <a:cs typeface="Arial"/>
                <a:sym typeface="Arial"/>
              </a:rPr>
              <a:t>Section g: Human rights based approach</a:t>
            </a:r>
            <a:endParaRPr/>
          </a:p>
          <a:p>
            <a:pPr marL="457200" lvl="0" indent="-317500" algn="l" rtl="0">
              <a:lnSpc>
                <a:spcPct val="100000"/>
              </a:lnSpc>
              <a:spcBef>
                <a:spcPts val="0"/>
              </a:spcBef>
              <a:spcAft>
                <a:spcPts val="600"/>
              </a:spcAft>
              <a:buClr>
                <a:srgbClr val="9FDABF"/>
              </a:buClr>
              <a:buSzPts val="1466"/>
              <a:buFont typeface="Arial"/>
              <a:buChar char="•"/>
              <a:defRPr>
                <a:latin typeface="Century Gothic"/>
              </a:defRPr>
            </a:pPr>
            <a:r>
              <a:rPr lang="en-US" sz="1466">
                <a:solidFill>
                  <a:srgbClr val="000000"/>
                </a:solidFill>
                <a:latin typeface="Century Gothic"/>
                <a:ea typeface="Arial"/>
                <a:cs typeface="Arial"/>
                <a:sym typeface="Arial"/>
              </a:rPr>
              <a:t>Section n: Intergenerational equity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19"/>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fontScale="90000"/>
          </a:bodyPr>
          <a:lstStyle/>
          <a:p>
            <a:pPr marL="0" lvl="0" indent="0" algn="l" rtl="0">
              <a:lnSpc>
                <a:spcPct val="100000"/>
              </a:lnSpc>
              <a:spcBef>
                <a:spcPts val="0"/>
              </a:spcBef>
              <a:spcAft>
                <a:spcPts val="0"/>
              </a:spcAft>
              <a:buClr>
                <a:srgbClr val="FFFFFF"/>
              </a:buClr>
              <a:buSzPts val="5600"/>
              <a:buFont typeface="Gill Sans"/>
              <a:buNone/>
              <a:defRPr>
                <a:latin typeface="Century Gothic"/>
              </a:defRPr>
            </a:pPr>
            <a:r>
              <a:rPr lang="en-US" sz="5600" b="1" i="0" u="none" strike="noStrike" cap="none" dirty="0">
                <a:solidFill>
                  <a:srgbClr val="FFFFFF"/>
                </a:solidFill>
                <a:latin typeface="Century Gothic"/>
                <a:ea typeface="Gill Sans"/>
                <a:cs typeface="Gill Sans"/>
                <a:sym typeface="Gill Sans"/>
              </a:rPr>
              <a:t>UNESCO World  Atlas of Languages</a:t>
            </a:r>
            <a:endParaRPr b="1" dirty="0"/>
          </a:p>
        </p:txBody>
      </p:sp>
      <p:sp>
        <p:nvSpPr>
          <p:cNvPr id="706" name="Google Shape;706;p19"/>
          <p:cNvSpPr txBox="1">
            <a:spLocks noGrp="1"/>
          </p:cNvSpPr>
          <p:nvPr>
            <p:ph type="body" idx="1"/>
          </p:nvPr>
        </p:nvSpPr>
        <p:spPr>
          <a:xfrm>
            <a:off x="1034691" y="3513435"/>
            <a:ext cx="9519009" cy="5263853"/>
          </a:xfrm>
          <a:prstGeom prst="rect">
            <a:avLst/>
          </a:prstGeom>
          <a:noFill/>
          <a:ln>
            <a:noFill/>
          </a:ln>
        </p:spPr>
        <p:txBody>
          <a:bodyPr spcFirstLastPara="1" wrap="square" lIns="27075" tIns="27075" rIns="27075" bIns="27075" anchor="ctr" anchorCtr="0">
            <a:normAutofit fontScale="85000" lnSpcReduction="10000"/>
          </a:bodyPr>
          <a:lstStyle/>
          <a:p>
            <a:pPr marL="457200" lvl="0" indent="-317500" algn="l" rtl="0">
              <a:lnSpc>
                <a:spcPct val="110000"/>
              </a:lnSpc>
              <a:spcBef>
                <a:spcPts val="1200"/>
              </a:spcBef>
              <a:spcAft>
                <a:spcPts val="600"/>
              </a:spcAft>
              <a:buClr>
                <a:srgbClr val="9FDABF"/>
              </a:buClr>
              <a:buSzPts val="2166"/>
              <a:buFont typeface="Arial"/>
              <a:buChar char="•"/>
              <a:defRPr>
                <a:latin typeface="Century Gothic"/>
              </a:defRPr>
            </a:pPr>
            <a:r>
              <a:rPr lang="en-US" sz="2166" dirty="0">
                <a:solidFill>
                  <a:srgbClr val="000000"/>
                </a:solidFill>
                <a:latin typeface="Century Gothic"/>
              </a:rPr>
              <a:t>Replaced UNESCO’s Atlas of the World’s Languages in Danger (1996, 2001, 2010), billed as an “online version” of the initiative</a:t>
            </a:r>
            <a:endParaRPr dirty="0"/>
          </a:p>
          <a:p>
            <a:pPr marL="457200" lvl="0" indent="-317500" algn="l" rtl="0">
              <a:lnSpc>
                <a:spcPct val="110000"/>
              </a:lnSpc>
              <a:spcBef>
                <a:spcPts val="1200"/>
              </a:spcBef>
              <a:spcAft>
                <a:spcPts val="600"/>
              </a:spcAft>
              <a:buClr>
                <a:srgbClr val="9FDABF"/>
              </a:buClr>
              <a:buSzPts val="2166"/>
              <a:buFont typeface="Arial"/>
              <a:buChar char="•"/>
              <a:defRPr>
                <a:latin typeface="Century Gothic"/>
              </a:defRPr>
            </a:pPr>
            <a:r>
              <a:rPr lang="en-US" sz="2166" dirty="0">
                <a:solidFill>
                  <a:srgbClr val="000000"/>
                </a:solidFill>
                <a:latin typeface="Century Gothic"/>
              </a:rPr>
              <a:t>Member states upload statistics which are then reviewed by an Ad Hoc Expert Committee which evaluates the quality, consistency and completeness of data. After review, feedback is passed onto focal points for any necessary updates.</a:t>
            </a:r>
            <a:endParaRPr dirty="0"/>
          </a:p>
          <a:p>
            <a:pPr marL="457200" lvl="0" indent="-317500" algn="l" rtl="0">
              <a:lnSpc>
                <a:spcPct val="110000"/>
              </a:lnSpc>
              <a:spcBef>
                <a:spcPts val="1200"/>
              </a:spcBef>
              <a:spcAft>
                <a:spcPts val="600"/>
              </a:spcAft>
              <a:buClr>
                <a:srgbClr val="9FDABF"/>
              </a:buClr>
              <a:buSzPts val="2166"/>
              <a:buFont typeface="Arial"/>
              <a:buChar char="•"/>
              <a:defRPr>
                <a:latin typeface="Century Gothic"/>
              </a:defRPr>
            </a:pPr>
            <a:r>
              <a:rPr lang="en-US" sz="2166" dirty="0">
                <a:solidFill>
                  <a:srgbClr val="000000"/>
                </a:solidFill>
                <a:latin typeface="Century Gothic"/>
              </a:rPr>
              <a:t>Presently there are 129 nominated country focal points, approximately 94 of these contribute data regularly.</a:t>
            </a:r>
            <a:endParaRPr dirty="0"/>
          </a:p>
          <a:p>
            <a:pPr marL="457200" lvl="0" indent="-317500" algn="l" rtl="0">
              <a:lnSpc>
                <a:spcPct val="110000"/>
              </a:lnSpc>
              <a:spcBef>
                <a:spcPts val="1200"/>
              </a:spcBef>
              <a:spcAft>
                <a:spcPts val="600"/>
              </a:spcAft>
              <a:buClr>
                <a:srgbClr val="9FDABF"/>
              </a:buClr>
              <a:buSzPts val="2166"/>
              <a:buFont typeface="Arial"/>
              <a:buChar char="•"/>
              <a:defRPr>
                <a:latin typeface="Century Gothic"/>
              </a:defRPr>
            </a:pPr>
            <a:r>
              <a:rPr lang="en-US" sz="2166" dirty="0">
                <a:solidFill>
                  <a:srgbClr val="000000"/>
                </a:solidFill>
                <a:latin typeface="Century Gothic"/>
              </a:rPr>
              <a:t>Lack of progress: This tool is still in development. Summary statistics on this data are currently unavailable. The languages available through the online portal refer to a fraction of the 7,000+ unique languages UNESCO identifies</a:t>
            </a:r>
            <a:endParaRPr dirty="0"/>
          </a:p>
          <a:p>
            <a:pPr marL="457200" lvl="0" indent="-317500" algn="l" rtl="0">
              <a:lnSpc>
                <a:spcPct val="110000"/>
              </a:lnSpc>
              <a:spcBef>
                <a:spcPts val="1200"/>
              </a:spcBef>
              <a:spcAft>
                <a:spcPts val="600"/>
              </a:spcAft>
              <a:buClr>
                <a:srgbClr val="9FDABF"/>
              </a:buClr>
              <a:buSzPts val="2166"/>
              <a:buFont typeface="Arial"/>
              <a:buChar char="•"/>
              <a:defRPr>
                <a:latin typeface="Century Gothic"/>
              </a:defRPr>
            </a:pPr>
            <a:r>
              <a:rPr lang="en-US" sz="2166" dirty="0">
                <a:solidFill>
                  <a:srgbClr val="000000"/>
                </a:solidFill>
                <a:latin typeface="Century Gothic"/>
              </a:rPr>
              <a:t>For some countries, no language data is available</a:t>
            </a:r>
            <a:endParaRPr dirty="0"/>
          </a:p>
          <a:p>
            <a:pPr marL="457200" lvl="0" indent="-317500" algn="l" rtl="0">
              <a:lnSpc>
                <a:spcPct val="110000"/>
              </a:lnSpc>
              <a:spcBef>
                <a:spcPts val="1200"/>
              </a:spcBef>
              <a:spcAft>
                <a:spcPts val="600"/>
              </a:spcAft>
              <a:buClr>
                <a:srgbClr val="9FDABF"/>
              </a:buClr>
              <a:buSzPts val="2166"/>
              <a:buFont typeface="Arial"/>
              <a:buChar char="•"/>
              <a:defRPr>
                <a:latin typeface="Century Gothic"/>
              </a:defRPr>
            </a:pPr>
            <a:r>
              <a:rPr lang="en-US" sz="2166" dirty="0">
                <a:solidFill>
                  <a:srgbClr val="000000"/>
                </a:solidFill>
                <a:latin typeface="Century Gothic"/>
              </a:rPr>
              <a:t>UNESCO is leading on the International Decade through the UNESCO Global Plan of Action on the International Decade of Indigenous Languages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
          <p:cNvSpPr txBox="1">
            <a:spLocks noGrp="1"/>
          </p:cNvSpPr>
          <p:nvPr>
            <p:ph type="title"/>
          </p:nvPr>
        </p:nvSpPr>
        <p:spPr>
          <a:xfrm>
            <a:off x="1034691" y="967794"/>
            <a:ext cx="8349931" cy="1660298"/>
          </a:xfrm>
          <a:prstGeom prst="rect">
            <a:avLst/>
          </a:prstGeom>
          <a:noFill/>
          <a:ln>
            <a:noFill/>
          </a:ln>
        </p:spPr>
        <p:txBody>
          <a:bodyPr spcFirstLastPara="1" wrap="square" lIns="27075" tIns="27075" rIns="27075" bIns="27075" anchor="b" anchorCtr="0">
            <a:normAutofit fontScale="90000"/>
          </a:bodyPr>
          <a:lstStyle/>
          <a:p>
            <a:pPr marL="0" lvl="0" indent="0" algn="l" rtl="0">
              <a:lnSpc>
                <a:spcPct val="100000"/>
              </a:lnSpc>
              <a:spcBef>
                <a:spcPts val="0"/>
              </a:spcBef>
              <a:spcAft>
                <a:spcPts val="600"/>
              </a:spcAft>
              <a:buClr>
                <a:srgbClr val="FFFFFF"/>
              </a:buClr>
              <a:buSzPts val="5600"/>
              <a:buFont typeface="Gill Sans"/>
              <a:buNone/>
              <a:defRPr>
                <a:latin typeface="Century Gothic"/>
              </a:defRPr>
            </a:pPr>
            <a:r>
              <a:rPr b="1" dirty="0">
                <a:solidFill>
                  <a:srgbClr val="FFFFFF"/>
                </a:solidFill>
                <a:latin typeface="Century Gothic"/>
              </a:rPr>
              <a:t>Headlines on ILD for the</a:t>
            </a:r>
            <a:r>
              <a:rPr lang="en-GB" b="1" dirty="0">
                <a:solidFill>
                  <a:srgbClr val="FFFFFF"/>
                </a:solidFill>
                <a:latin typeface="Century Gothic"/>
              </a:rPr>
              <a:t> KMGBF</a:t>
            </a:r>
            <a:endParaRPr b="1" dirty="0"/>
          </a:p>
        </p:txBody>
      </p:sp>
      <p:sp>
        <p:nvSpPr>
          <p:cNvPr id="602" name="Google Shape;602;p2"/>
          <p:cNvSpPr txBox="1">
            <a:spLocks noGrp="1"/>
          </p:cNvSpPr>
          <p:nvPr>
            <p:ph type="body" idx="1"/>
          </p:nvPr>
        </p:nvSpPr>
        <p:spPr>
          <a:xfrm>
            <a:off x="1034691" y="3513435"/>
            <a:ext cx="9519009" cy="5263853"/>
          </a:xfrm>
          <a:prstGeom prst="rect">
            <a:avLst/>
          </a:prstGeom>
          <a:noFill/>
          <a:ln>
            <a:noFill/>
          </a:ln>
        </p:spPr>
        <p:txBody>
          <a:bodyPr spcFirstLastPara="1" wrap="square" lIns="27075" tIns="27075" rIns="27075" bIns="27075" anchor="ctr" anchorCtr="0">
            <a:normAutofit fontScale="92500" lnSpcReduction="10000"/>
          </a:bodyPr>
          <a:lstStyle/>
          <a:p>
            <a:pPr marL="324826" lvl="0" indent="-324826" algn="l" rtl="0">
              <a:lnSpc>
                <a:spcPct val="110000"/>
              </a:lnSpc>
              <a:spcBef>
                <a:spcPts val="1200"/>
              </a:spcBef>
              <a:spcAft>
                <a:spcPts val="600"/>
              </a:spcAft>
              <a:buSzPts val="2600"/>
              <a:buFont typeface="Gill Sans"/>
              <a:buChar char="•"/>
              <a:defRPr>
                <a:latin typeface="Century Gothic"/>
              </a:defRPr>
            </a:pPr>
            <a:r>
              <a:rPr lang="en-US" sz="2700" b="1" i="1" dirty="0">
                <a:latin typeface="Century Gothic"/>
                <a:ea typeface="Gill Sans"/>
                <a:cs typeface="Gill Sans"/>
                <a:sym typeface="Gill Sans"/>
              </a:rPr>
              <a:t>Rerun</a:t>
            </a:r>
            <a:r>
              <a:rPr lang="en-US" sz="2700" dirty="0">
                <a:latin typeface="Century Gothic"/>
              </a:rPr>
              <a:t> the existing Index of Linguistic Diversity (ILD) based on counts speakers as is (using the </a:t>
            </a:r>
            <a:r>
              <a:rPr lang="en-US" sz="2700" dirty="0" err="1">
                <a:latin typeface="Century Gothic"/>
              </a:rPr>
              <a:t>Ethnologue</a:t>
            </a:r>
            <a:r>
              <a:rPr lang="en-US" sz="2700" dirty="0">
                <a:latin typeface="Century Gothic"/>
              </a:rPr>
              <a:t> Catalogue);</a:t>
            </a:r>
            <a:endParaRPr dirty="0"/>
          </a:p>
          <a:p>
            <a:pPr marL="324826" lvl="0" indent="-324826" algn="l" rtl="0">
              <a:lnSpc>
                <a:spcPct val="110000"/>
              </a:lnSpc>
              <a:spcBef>
                <a:spcPts val="1200"/>
              </a:spcBef>
              <a:spcAft>
                <a:spcPts val="600"/>
              </a:spcAft>
              <a:buSzPts val="2600"/>
              <a:buFont typeface="Gill Sans"/>
              <a:buChar char="•"/>
              <a:defRPr>
                <a:latin typeface="Century Gothic"/>
              </a:defRPr>
            </a:pPr>
            <a:r>
              <a:rPr lang="en-US" sz="2700" b="1" i="1" dirty="0">
                <a:latin typeface="Century Gothic"/>
                <a:ea typeface="Gill Sans"/>
                <a:cs typeface="Gill Sans"/>
                <a:sym typeface="Gill Sans"/>
              </a:rPr>
              <a:t>Refocus</a:t>
            </a:r>
            <a:r>
              <a:rPr lang="en-US" sz="2700" dirty="0">
                <a:latin typeface="Century Gothic"/>
              </a:rPr>
              <a:t> the indicator on the </a:t>
            </a:r>
            <a:r>
              <a:rPr lang="en-US" sz="2700" i="1" dirty="0">
                <a:latin typeface="Century Gothic"/>
                <a:ea typeface="Gill Sans"/>
                <a:cs typeface="Gill Sans"/>
                <a:sym typeface="Gill Sans"/>
              </a:rPr>
              <a:t>national</a:t>
            </a:r>
            <a:r>
              <a:rPr lang="en-US" sz="2700" dirty="0">
                <a:latin typeface="Century Gothic"/>
              </a:rPr>
              <a:t> level (testing and refinement) then aggregate up;</a:t>
            </a:r>
            <a:endParaRPr dirty="0"/>
          </a:p>
          <a:p>
            <a:pPr marL="324826" lvl="0" indent="-324826" algn="l" rtl="0">
              <a:lnSpc>
                <a:spcPct val="110000"/>
              </a:lnSpc>
              <a:spcBef>
                <a:spcPts val="1200"/>
              </a:spcBef>
              <a:spcAft>
                <a:spcPts val="600"/>
              </a:spcAft>
              <a:buSzPts val="2600"/>
              <a:buFont typeface="Gill Sans"/>
              <a:buChar char="•"/>
              <a:defRPr>
                <a:latin typeface="Century Gothic"/>
              </a:defRPr>
            </a:pPr>
            <a:r>
              <a:rPr lang="en-US" sz="2700" b="1" i="1" dirty="0">
                <a:latin typeface="Century Gothic"/>
                <a:ea typeface="Gill Sans"/>
                <a:cs typeface="Gill Sans"/>
                <a:sym typeface="Gill Sans"/>
              </a:rPr>
              <a:t>Progressively shift</a:t>
            </a:r>
            <a:r>
              <a:rPr lang="en-US" sz="2700" dirty="0">
                <a:latin typeface="Century Gothic"/>
              </a:rPr>
              <a:t> the focus from </a:t>
            </a:r>
            <a:r>
              <a:rPr lang="en-US" sz="2700" i="1" dirty="0">
                <a:latin typeface="Century Gothic"/>
                <a:ea typeface="Gill Sans"/>
                <a:cs typeface="Gill Sans"/>
                <a:sym typeface="Gill Sans"/>
              </a:rPr>
              <a:t>language endangerment</a:t>
            </a:r>
            <a:r>
              <a:rPr lang="en-US" sz="2700" dirty="0">
                <a:latin typeface="Century Gothic"/>
              </a:rPr>
              <a:t> to </a:t>
            </a:r>
            <a:r>
              <a:rPr lang="en-US" sz="2700" i="1" dirty="0">
                <a:latin typeface="Century Gothic"/>
                <a:ea typeface="Gill Sans"/>
                <a:cs typeface="Gill Sans"/>
                <a:sym typeface="Gill Sans"/>
              </a:rPr>
              <a:t>language vitality</a:t>
            </a:r>
            <a:r>
              <a:rPr lang="en-US" sz="2700" dirty="0">
                <a:latin typeface="Century Gothic"/>
              </a:rPr>
              <a:t> (positive outcomes) as an </a:t>
            </a:r>
            <a:r>
              <a:rPr lang="en-US" sz="2700" b="1" i="1" dirty="0">
                <a:latin typeface="Century Gothic"/>
                <a:ea typeface="Gill Sans"/>
                <a:cs typeface="Gill Sans"/>
                <a:sym typeface="Gill Sans"/>
              </a:rPr>
              <a:t>urgent task</a:t>
            </a:r>
            <a:r>
              <a:rPr lang="en-US" sz="2700" dirty="0">
                <a:latin typeface="Century Gothic"/>
              </a:rPr>
              <a:t> to conserve and promote knowledge;</a:t>
            </a:r>
            <a:endParaRPr dirty="0"/>
          </a:p>
          <a:p>
            <a:pPr marL="324826" lvl="0" indent="-324826" algn="l" rtl="0">
              <a:lnSpc>
                <a:spcPct val="110000"/>
              </a:lnSpc>
              <a:spcBef>
                <a:spcPts val="1200"/>
              </a:spcBef>
              <a:spcAft>
                <a:spcPts val="600"/>
              </a:spcAft>
              <a:buSzPts val="2600"/>
              <a:buFont typeface="Gill Sans"/>
              <a:buChar char="•"/>
              <a:defRPr>
                <a:latin typeface="Century Gothic"/>
              </a:defRPr>
            </a:pPr>
            <a:r>
              <a:rPr lang="en-US" sz="2700" b="1" i="1" dirty="0">
                <a:latin typeface="Century Gothic"/>
                <a:ea typeface="Gill Sans"/>
                <a:cs typeface="Gill Sans"/>
                <a:sym typeface="Gill Sans"/>
              </a:rPr>
              <a:t>Engage</a:t>
            </a:r>
            <a:r>
              <a:rPr lang="en-US" sz="2700" dirty="0">
                <a:latin typeface="Century Gothic"/>
              </a:rPr>
              <a:t> possible partners, UNESCO, UNICEF on multi-lingual education, UNSD (census data), ECLAC/CEPAL, national statistics offices and of course indigenous peoples </a:t>
            </a:r>
            <a:r>
              <a:rPr lang="en-US" sz="2700" dirty="0" err="1">
                <a:latin typeface="Century Gothic"/>
              </a:rPr>
              <a:t>organisations</a:t>
            </a:r>
            <a:r>
              <a:rPr lang="en-US" sz="2700" dirty="0">
                <a:latin typeface="Century Gothic"/>
              </a:rPr>
              <a:t> and NGOs.</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CEEE1-0759-82EF-B79C-A4223D6CA7EE}"/>
              </a:ext>
            </a:extLst>
          </p:cNvPr>
          <p:cNvSpPr>
            <a:spLocks noGrp="1"/>
          </p:cNvSpPr>
          <p:nvPr>
            <p:ph type="title"/>
          </p:nvPr>
        </p:nvSpPr>
        <p:spPr/>
        <p:txBody>
          <a:bodyPr wrap="square">
            <a:normAutofit fontScale="90000"/>
          </a:bodyPr>
          <a:lstStyle/>
          <a:p>
            <a:pPr>
              <a:lnSpc>
                <a:spcPct val="100000"/>
              </a:lnSpc>
              <a:spcBef>
                <a:spcPts val="0"/>
              </a:spcBef>
              <a:spcAft>
                <a:spcPts val="600"/>
              </a:spcAft>
              <a:defRPr>
                <a:latin typeface="Century Gothic"/>
              </a:defRPr>
            </a:pPr>
            <a:r>
              <a:rPr b="1" dirty="0">
                <a:latin typeface="Century Gothic"/>
              </a:rPr>
              <a:t>Headlines on ILD for the Cali Fund</a:t>
            </a:r>
          </a:p>
        </p:txBody>
      </p:sp>
      <p:sp>
        <p:nvSpPr>
          <p:cNvPr id="3" name="Text Placeholder 2">
            <a:extLst>
              <a:ext uri="{FF2B5EF4-FFF2-40B4-BE49-F238E27FC236}">
                <a16:creationId xmlns:a16="http://schemas.microsoft.com/office/drawing/2014/main" id="{641A107A-349B-BE89-CAE9-E18E866D84E3}"/>
              </a:ext>
            </a:extLst>
          </p:cNvPr>
          <p:cNvSpPr>
            <a:spLocks noGrp="1"/>
          </p:cNvSpPr>
          <p:nvPr>
            <p:ph type="body" idx="1"/>
          </p:nvPr>
        </p:nvSpPr>
        <p:spPr/>
        <p:txBody>
          <a:bodyPr wrap="square">
            <a:normAutofit lnSpcReduction="10000"/>
          </a:bodyPr>
          <a:lstStyle/>
          <a:p>
            <a:pPr>
              <a:lnSpc>
                <a:spcPct val="100000"/>
              </a:lnSpc>
              <a:spcBef>
                <a:spcPts val="1200"/>
              </a:spcBef>
              <a:spcAft>
                <a:spcPts val="600"/>
              </a:spcAft>
              <a:defRPr>
                <a:latin typeface="Century Gothic"/>
              </a:defRPr>
            </a:pPr>
            <a:r>
              <a:rPr sz="2700" dirty="0">
                <a:latin typeface="Century Gothic"/>
              </a:rPr>
              <a:t>Linguistic diversity and biodiversity are closely linked</a:t>
            </a:r>
          </a:p>
          <a:p>
            <a:pPr>
              <a:lnSpc>
                <a:spcPct val="100000"/>
              </a:lnSpc>
              <a:spcBef>
                <a:spcPts val="1200"/>
              </a:spcBef>
              <a:spcAft>
                <a:spcPts val="600"/>
              </a:spcAft>
              <a:defRPr>
                <a:latin typeface="Century Gothic"/>
              </a:defRPr>
            </a:pPr>
            <a:r>
              <a:rPr sz="2700" dirty="0">
                <a:latin typeface="Century Gothic"/>
              </a:rPr>
              <a:t>Linguistic diversity reflects Indigenous stewardship of biodiversity</a:t>
            </a:r>
          </a:p>
          <a:p>
            <a:pPr>
              <a:lnSpc>
                <a:spcPct val="100000"/>
              </a:lnSpc>
              <a:spcBef>
                <a:spcPts val="1200"/>
              </a:spcBef>
              <a:spcAft>
                <a:spcPts val="600"/>
              </a:spcAft>
              <a:defRPr>
                <a:latin typeface="Century Gothic"/>
              </a:defRPr>
            </a:pPr>
            <a:r>
              <a:rPr sz="2700" dirty="0">
                <a:latin typeface="Century Gothic"/>
              </a:rPr>
              <a:t>Incorporating a human rights</a:t>
            </a:r>
            <a:r>
              <a:rPr lang="en-GB" sz="2700" dirty="0">
                <a:latin typeface="Century Gothic"/>
              </a:rPr>
              <a:t>-</a:t>
            </a:r>
            <a:r>
              <a:rPr sz="2700" dirty="0">
                <a:latin typeface="Century Gothic"/>
              </a:rPr>
              <a:t>based approach into resource allocation</a:t>
            </a:r>
          </a:p>
          <a:p>
            <a:pPr>
              <a:lnSpc>
                <a:spcPct val="100000"/>
              </a:lnSpc>
              <a:spcBef>
                <a:spcPts val="1200"/>
              </a:spcBef>
              <a:spcAft>
                <a:spcPts val="600"/>
              </a:spcAft>
              <a:defRPr>
                <a:latin typeface="Century Gothic"/>
              </a:defRPr>
            </a:pPr>
            <a:r>
              <a:rPr sz="2700" dirty="0">
                <a:latin typeface="Century Gothic"/>
              </a:rPr>
              <a:t>The ILD is already incorporated into the KMGBF monitoring framework</a:t>
            </a:r>
          </a:p>
          <a:p>
            <a:pPr>
              <a:lnSpc>
                <a:spcPct val="100000"/>
              </a:lnSpc>
              <a:spcBef>
                <a:spcPts val="1200"/>
              </a:spcBef>
              <a:spcAft>
                <a:spcPts val="600"/>
              </a:spcAft>
              <a:defRPr>
                <a:latin typeface="Century Gothic"/>
              </a:defRPr>
            </a:pPr>
            <a:r>
              <a:rPr sz="2700" dirty="0">
                <a:latin typeface="Century Gothic"/>
              </a:rPr>
              <a:t>Including the ILD in Cali Fund criteria directs benefits to areas of high biocultural diversity</a:t>
            </a:r>
            <a:endParaRPr lang="en-GB" dirty="0"/>
          </a:p>
        </p:txBody>
      </p:sp>
    </p:spTree>
    <p:extLst>
      <p:ext uri="{BB962C8B-B14F-4D97-AF65-F5344CB8AC3E}">
        <p14:creationId xmlns:p14="http://schemas.microsoft.com/office/powerpoint/2010/main" val="3071338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9BE63-3329-873C-C1C4-A186C72DEDC4}"/>
              </a:ext>
            </a:extLst>
          </p:cNvPr>
          <p:cNvSpPr>
            <a:spLocks noGrp="1"/>
          </p:cNvSpPr>
          <p:nvPr>
            <p:ph type="title"/>
          </p:nvPr>
        </p:nvSpPr>
        <p:spPr/>
        <p:txBody>
          <a:bodyPr wrap="square">
            <a:normAutofit fontScale="90000"/>
          </a:bodyPr>
          <a:lstStyle/>
          <a:p>
            <a:pPr>
              <a:lnSpc>
                <a:spcPct val="100000"/>
              </a:lnSpc>
              <a:spcBef>
                <a:spcPts val="0"/>
              </a:spcBef>
              <a:spcAft>
                <a:spcPts val="600"/>
              </a:spcAft>
              <a:defRPr>
                <a:latin typeface="Century Gothic"/>
              </a:defRPr>
            </a:pPr>
            <a:r>
              <a:rPr b="1" dirty="0">
                <a:latin typeface="Century Gothic"/>
              </a:rPr>
              <a:t>Sources and References</a:t>
            </a:r>
          </a:p>
        </p:txBody>
      </p:sp>
      <p:sp>
        <p:nvSpPr>
          <p:cNvPr id="3" name="Text Placeholder 2">
            <a:extLst>
              <a:ext uri="{FF2B5EF4-FFF2-40B4-BE49-F238E27FC236}">
                <a16:creationId xmlns:a16="http://schemas.microsoft.com/office/drawing/2014/main" id="{11B4C8A1-FBF7-FD6E-1FDF-FE364C10249E}"/>
              </a:ext>
            </a:extLst>
          </p:cNvPr>
          <p:cNvSpPr>
            <a:spLocks noGrp="1"/>
          </p:cNvSpPr>
          <p:nvPr>
            <p:ph type="body" idx="1"/>
          </p:nvPr>
        </p:nvSpPr>
        <p:spPr/>
        <p:txBody>
          <a:bodyPr wrap="square">
            <a:normAutofit/>
          </a:bodyPr>
          <a:lstStyle/>
          <a:p>
            <a:pPr>
              <a:lnSpc>
                <a:spcPct val="100000"/>
              </a:lnSpc>
              <a:spcBef>
                <a:spcPts val="0"/>
              </a:spcBef>
              <a:spcAft>
                <a:spcPts val="600"/>
              </a:spcAft>
              <a:defRPr>
                <a:latin typeface="Century Gothic"/>
              </a:defRPr>
            </a:pPr>
            <a:r>
              <a:rPr sz="1400" dirty="0">
                <a:latin typeface="Century Gothic"/>
              </a:rPr>
              <a:t>Boissonneault, M. &amp; </a:t>
            </a:r>
            <a:r>
              <a:rPr sz="1400" dirty="0" err="1">
                <a:latin typeface="Century Gothic"/>
              </a:rPr>
              <a:t>Hammarström</a:t>
            </a:r>
            <a:r>
              <a:rPr sz="1400" dirty="0">
                <a:latin typeface="Century Gothic"/>
              </a:rPr>
              <a:t>, H. (2026). What do we know about the language extinction rate? Cambridge Prisms: Extinction.</a:t>
            </a:r>
            <a:endParaRPr lang="en-GB" dirty="0"/>
          </a:p>
          <a:p>
            <a:pPr>
              <a:lnSpc>
                <a:spcPct val="100000"/>
              </a:lnSpc>
              <a:spcBef>
                <a:spcPts val="0"/>
              </a:spcBef>
              <a:spcAft>
                <a:spcPts val="600"/>
              </a:spcAft>
              <a:defRPr>
                <a:latin typeface="Century Gothic"/>
              </a:defRPr>
            </a:pPr>
            <a:r>
              <a:rPr sz="1400" dirty="0">
                <a:latin typeface="Century Gothic"/>
              </a:rPr>
              <a:t>Bromham, L. et al. (2022). Global predictors of language endangerment. Nature Ecology &amp; Evolution, 6, 163-173.</a:t>
            </a:r>
          </a:p>
          <a:p>
            <a:pPr>
              <a:lnSpc>
                <a:spcPct val="100000"/>
              </a:lnSpc>
              <a:spcBef>
                <a:spcPts val="0"/>
              </a:spcBef>
              <a:spcAft>
                <a:spcPts val="600"/>
              </a:spcAft>
              <a:defRPr>
                <a:latin typeface="Century Gothic"/>
              </a:defRPr>
            </a:pPr>
            <a:r>
              <a:rPr sz="1400" dirty="0">
                <a:latin typeface="Century Gothic"/>
              </a:rPr>
              <a:t>Gorenflo, L.J. et al. (2012). Co-occurrence of linguistic and biological diversity. PNAS, 109(21), 8032-8037.</a:t>
            </a:r>
          </a:p>
          <a:p>
            <a:pPr>
              <a:lnSpc>
                <a:spcPct val="100000"/>
              </a:lnSpc>
              <a:spcBef>
                <a:spcPts val="0"/>
              </a:spcBef>
              <a:spcAft>
                <a:spcPts val="600"/>
              </a:spcAft>
              <a:defRPr>
                <a:latin typeface="Century Gothic"/>
              </a:defRPr>
            </a:pPr>
            <a:r>
              <a:rPr sz="1400" dirty="0" err="1">
                <a:latin typeface="Century Gothic"/>
              </a:rPr>
              <a:t>Hammarström</a:t>
            </a:r>
            <a:r>
              <a:rPr sz="1400" dirty="0">
                <a:latin typeface="Century Gothic"/>
              </a:rPr>
              <a:t>, H. et al. (2026). </a:t>
            </a:r>
            <a:r>
              <a:rPr sz="1400" dirty="0" err="1">
                <a:latin typeface="Century Gothic"/>
              </a:rPr>
              <a:t>Glottolog</a:t>
            </a:r>
            <a:r>
              <a:rPr sz="1400" dirty="0">
                <a:latin typeface="Century Gothic"/>
              </a:rPr>
              <a:t> 5.3. Max Planck Institute for Evolutionary Anthropology.</a:t>
            </a:r>
          </a:p>
          <a:p>
            <a:pPr>
              <a:lnSpc>
                <a:spcPct val="100000"/>
              </a:lnSpc>
              <a:spcBef>
                <a:spcPts val="0"/>
              </a:spcBef>
              <a:spcAft>
                <a:spcPts val="600"/>
              </a:spcAft>
              <a:defRPr>
                <a:latin typeface="Century Gothic"/>
              </a:defRPr>
            </a:pPr>
            <a:r>
              <a:rPr sz="1400" dirty="0">
                <a:latin typeface="Century Gothic"/>
              </a:rPr>
              <a:t>Harmon, D. &amp; Loh, J. (2010). The Index of Linguistic Diversity. Language Documentation &amp; Conservation, 4: 97-151.</a:t>
            </a:r>
          </a:p>
          <a:p>
            <a:pPr>
              <a:lnSpc>
                <a:spcPct val="100000"/>
              </a:lnSpc>
              <a:spcBef>
                <a:spcPts val="0"/>
              </a:spcBef>
              <a:spcAft>
                <a:spcPts val="600"/>
              </a:spcAft>
              <a:defRPr>
                <a:latin typeface="Century Gothic"/>
              </a:defRPr>
            </a:pPr>
            <a:r>
              <a:rPr sz="1400" dirty="0">
                <a:latin typeface="Century Gothic"/>
              </a:rPr>
              <a:t>Perley, B. (2012). Zombie linguistics. Anthropological Forum, 22(2), 133-149.</a:t>
            </a:r>
          </a:p>
          <a:p>
            <a:pPr>
              <a:lnSpc>
                <a:spcPct val="100000"/>
              </a:lnSpc>
              <a:spcBef>
                <a:spcPts val="0"/>
              </a:spcBef>
              <a:spcAft>
                <a:spcPts val="600"/>
              </a:spcAft>
              <a:defRPr>
                <a:latin typeface="Century Gothic"/>
              </a:defRPr>
            </a:pPr>
            <a:r>
              <a:rPr sz="1400" dirty="0" err="1">
                <a:latin typeface="Century Gothic"/>
              </a:rPr>
              <a:t>Terralingua</a:t>
            </a:r>
            <a:r>
              <a:rPr sz="1400" dirty="0">
                <a:latin typeface="Century Gothic"/>
              </a:rPr>
              <a:t> (2018). Biocultural Diversity Toolkit, Vol. 1.</a:t>
            </a:r>
          </a:p>
          <a:p>
            <a:pPr>
              <a:lnSpc>
                <a:spcPct val="100000"/>
              </a:lnSpc>
              <a:spcBef>
                <a:spcPts val="0"/>
              </a:spcBef>
              <a:spcAft>
                <a:spcPts val="600"/>
              </a:spcAft>
              <a:defRPr>
                <a:latin typeface="Century Gothic"/>
              </a:defRPr>
            </a:pPr>
            <a:r>
              <a:rPr sz="1400" dirty="0">
                <a:latin typeface="Century Gothic"/>
              </a:rPr>
              <a:t>UNESCO (2003). Language Vitality and Endangerment.</a:t>
            </a:r>
          </a:p>
          <a:p>
            <a:pPr>
              <a:lnSpc>
                <a:spcPct val="100000"/>
              </a:lnSpc>
              <a:spcBef>
                <a:spcPts val="0"/>
              </a:spcBef>
              <a:spcAft>
                <a:spcPts val="600"/>
              </a:spcAft>
              <a:defRPr>
                <a:latin typeface="Century Gothic"/>
              </a:defRPr>
            </a:pPr>
            <a:r>
              <a:rPr sz="1400" dirty="0">
                <a:latin typeface="Century Gothic"/>
              </a:rPr>
              <a:t>Code and data: </a:t>
            </a:r>
            <a:r>
              <a:rPr sz="1400" dirty="0">
                <a:latin typeface="Century Gothic"/>
                <a:hlinkClick r:id="rId2"/>
              </a:rPr>
              <a:t>https://github.com/tierravivaai/linguistic_diversity</a:t>
            </a:r>
            <a:endParaRPr lang="en-GB" sz="1400" dirty="0"/>
          </a:p>
          <a:p>
            <a:pPr>
              <a:lnSpc>
                <a:spcPct val="100000"/>
              </a:lnSpc>
              <a:spcBef>
                <a:spcPts val="0"/>
              </a:spcBef>
              <a:spcAft>
                <a:spcPts val="600"/>
              </a:spcAft>
              <a:defRPr>
                <a:latin typeface="Century Gothic"/>
              </a:defRPr>
            </a:pPr>
            <a:r>
              <a:rPr lang="en-GB" sz="1400" dirty="0">
                <a:latin typeface="Century Gothic"/>
              </a:rPr>
              <a:t>Olsen et al. (2001) ecoregions</a:t>
            </a:r>
            <a:endParaRPr sz="1400" dirty="0"/>
          </a:p>
        </p:txBody>
      </p:sp>
    </p:spTree>
    <p:extLst>
      <p:ext uri="{BB962C8B-B14F-4D97-AF65-F5344CB8AC3E}">
        <p14:creationId xmlns:p14="http://schemas.microsoft.com/office/powerpoint/2010/main" val="2279127580"/>
      </p:ext>
    </p:extLst>
  </p:cSld>
  <p:clrMapOvr>
    <a:masterClrMapping/>
  </p:clrMapOvr>
</p:sld>
</file>

<file path=ppt/theme/theme1.xml><?xml version="1.0" encoding="utf-8"?>
<a:theme xmlns:a="http://schemas.openxmlformats.org/drawingml/2006/main" name="White">
  <a:themeElements>
    <a:clrScheme name="White">
      <a:dk1>
        <a:srgbClr val="30665E"/>
      </a:dk1>
      <a:lt1>
        <a:srgbClr val="66363D"/>
      </a:lt1>
      <a:dk2>
        <a:srgbClr val="53585F"/>
      </a:dk2>
      <a:lt2>
        <a:srgbClr val="DCDEE0"/>
      </a:lt2>
      <a:accent1>
        <a:srgbClr val="53A59A"/>
      </a:accent1>
      <a:accent2>
        <a:srgbClr val="75BF9E"/>
      </a:accent2>
      <a:accent3>
        <a:srgbClr val="A6E197"/>
      </a:accent3>
      <a:accent4>
        <a:srgbClr val="F1DC78"/>
      </a:accent4>
      <a:accent5>
        <a:srgbClr val="FFAF57"/>
      </a:accent5>
      <a:accent6>
        <a:srgbClr val="F0683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53A59A"/>
      </a:accent1>
      <a:accent2>
        <a:srgbClr val="75BF9E"/>
      </a:accent2>
      <a:accent3>
        <a:srgbClr val="A6E197"/>
      </a:accent3>
      <a:accent4>
        <a:srgbClr val="F1DC78"/>
      </a:accent4>
      <a:accent5>
        <a:srgbClr val="FFAF57"/>
      </a:accent5>
      <a:accent6>
        <a:srgbClr val="F0683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1964</TotalTime>
  <Words>2204</Words>
  <Application>Microsoft Macintosh PowerPoint</Application>
  <PresentationFormat>Custom</PresentationFormat>
  <Paragraphs>125</Paragraphs>
  <Slides>29</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Aptos</vt:lpstr>
      <vt:lpstr>Cochin</vt:lpstr>
      <vt:lpstr>Helvetica Neue Light</vt:lpstr>
      <vt:lpstr>Century Gothic</vt:lpstr>
      <vt:lpstr>Helvetica Neue</vt:lpstr>
      <vt:lpstr>Arial</vt:lpstr>
      <vt:lpstr>Times</vt:lpstr>
      <vt:lpstr>Gill Sans</vt:lpstr>
      <vt:lpstr>White</vt:lpstr>
      <vt:lpstr>Linguistic Diversity [DRAFT]    </vt:lpstr>
      <vt:lpstr>What is Linguistic Diversity?</vt:lpstr>
      <vt:lpstr>Biocultural Diversity</vt:lpstr>
      <vt:lpstr>Causes of ‘Language Endangerment’</vt:lpstr>
      <vt:lpstr>Language ‘Endangerment’ and ‘Vitality’</vt:lpstr>
      <vt:lpstr>Ethnologue Catalogue</vt:lpstr>
      <vt:lpstr>Index of Linguistic Diversity</vt:lpstr>
      <vt:lpstr>PowerPoint Presentation</vt:lpstr>
      <vt:lpstr>PowerPoint Presentation</vt:lpstr>
      <vt:lpstr>PowerPoint Presentation</vt:lpstr>
      <vt:lpstr>PowerPoint Presentation</vt:lpstr>
      <vt:lpstr>Issues &amp; Proposal</vt:lpstr>
      <vt:lpstr>Joint Programme on Biocultural Diversity</vt:lpstr>
      <vt:lpstr>PowerPoint Presentation</vt:lpstr>
      <vt:lpstr>PowerPoint Presentation</vt:lpstr>
      <vt:lpstr>PowerPoint Presentation</vt:lpstr>
      <vt:lpstr>Glottolog</vt:lpstr>
      <vt:lpstr>PowerPoint Presentation</vt:lpstr>
      <vt:lpstr>Mapping Glottolog Data</vt:lpstr>
      <vt:lpstr>PowerPoint Presentation</vt:lpstr>
      <vt:lpstr>PowerPoint Presentation</vt:lpstr>
      <vt:lpstr>Language Endangerment by UN Region</vt:lpstr>
      <vt:lpstr>Language Endangerment by Income</vt:lpstr>
      <vt:lpstr>A Human Rights Based Approach</vt:lpstr>
      <vt:lpstr>A Human Rights Based Approach</vt:lpstr>
      <vt:lpstr>UNESCO World  Atlas of Languages</vt:lpstr>
      <vt:lpstr>Headlines on ILD for the KMGBF</vt:lpstr>
      <vt:lpstr>Headlines on ILD for the Cali Fund</vt:lpstr>
      <vt:lpstr>Sources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Jasmine Kindness</cp:lastModifiedBy>
  <cp:revision>32</cp:revision>
  <dcterms:modified xsi:type="dcterms:W3CDTF">2026-10-16T12:32:08Z</dcterms:modified>
</cp:coreProperties>
</file>